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EEF9"/>
    <a:srgbClr val="FF6600"/>
    <a:srgbClr val="B8D6A4"/>
    <a:srgbClr val="EA7132"/>
    <a:srgbClr val="E8E8E8"/>
    <a:srgbClr val="C8E2F1"/>
    <a:srgbClr val="C5DE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8898"/>
    <p:restoredTop sz="94618"/>
  </p:normalViewPr>
  <p:slideViewPr>
    <p:cSldViewPr snapToGrid="0" showGuides="1">
      <p:cViewPr varScale="1">
        <p:scale>
          <a:sx n="91" d="100"/>
          <a:sy n="91" d="100"/>
        </p:scale>
        <p:origin x="216" y="1464"/>
      </p:cViewPr>
      <p:guideLst>
        <p:guide orient="horz" pos="2183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0C1644-9EAB-6842-ACE8-722D02F6BB62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470293-47D4-3C49-B49F-9E79EE8DA0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6521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470293-47D4-3C49-B49F-9E79EE8DA02C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08627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CB7A6A-17F7-4F6E-246A-67FE67F54C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704E63C-ABF8-0324-5383-0E1B64C46F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4313137-BC99-807E-0B9D-5D50DAE8F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BD5C172-7520-5A19-6878-05A75A371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74BF779-2453-0191-F391-6FA28A376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8075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862037-A74D-EACE-D92F-2B5C98D87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4A6A552-5DF8-ABD8-CC17-84E7B35777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0643A14-5E5F-1232-9345-30F6A56A2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1588BEC-5803-EF6C-BAA2-05F06D184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0817F2F-57A7-7BED-1389-287DCA116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5447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2901E6-67B9-51C6-2651-898C8EE54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8C6F26-DE0E-D141-A789-FF9186754B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A2C2C69-B255-EBEA-F5A4-92939227F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E97609B-0915-AB31-84AF-AD19D47E9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88BFF6A-1E23-685C-2D82-BDAE2F7C2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2424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617EA9-90FD-C168-EF00-92A523919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05DB1C7-FC4E-7D38-35A9-927DBA6285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CD2ED82-5F6D-064D-D1F2-36B34BD2D6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FB7B39C-5A22-7700-1EAC-DA219CED9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DE664E3-9E5F-8530-8F00-7638BE73A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20901C4-8D66-D3D4-48D7-AC3D8FE99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5083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43F5EF-499F-C516-F650-C1673EB34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3DD462E-C83F-54A3-2291-F40668818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0870247-17C0-DA8E-8BB4-5E31E2CE48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EDB6750-1E88-F87C-9FAF-DA4501DF66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C7C212C-B7FE-7B3F-71DA-1208E7F4C2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56AAD05-E258-9E9F-7EB8-A7DD9CB7E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EB587D6-4E2F-E2A8-123F-F5341C0C7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0B142ED-D84C-7E4D-8585-9F4DA9AFB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287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FF54A0-D740-80FA-58B7-801A7F6A9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10AFB4B-3708-AD8A-C06E-3B388703B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6C0CBF7-08C7-AA35-24E8-616FCCEFF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A69051F-7931-4C74-5A01-FED77E491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2992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90C4957-EDAC-3A59-A768-8929F5C05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628BF81-8039-C900-82CB-EC93A56F3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674288A-3FB4-529E-C53A-1E4BA457C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7699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2016FC-FAE4-5BB0-F020-B628DB906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BFCC925-22FA-032C-7D51-2E7DB38D7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88022CD-032E-1884-E85D-89A264C1F9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4A8F8EA-B986-802D-88A7-0458D661A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AAD96B8-6DDF-4676-4597-E79991CC6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C4E93D8-9B00-843B-18DC-616A40C3A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7566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65468D-2FE7-2D5A-A090-285B3709F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23018F4-293A-B3EA-4FCB-C6EBB3E4D0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5C70EA5-F59C-1502-5CC0-F1CBB571F0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1654241-8FCC-DA12-2724-AAB741D7D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B81BB91-D5C7-4187-41D2-445D19B1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5BEDD4A-413D-BB1D-AA9E-87CFBBC6F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2674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476737-060C-83FA-86D8-81F33FE8F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9C27C06-85BC-5008-2931-C6B5DFEE54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8C668DD-4DAC-E522-EAF0-86F17DA31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B5EE159-A0FF-AF90-5AD6-B5ABD868E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E9D888-1F56-8E64-63BC-FE13A65A0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7904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126D450-94B0-A64A-3F91-3FE6907552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6A145AB-BACA-1C0D-FC26-E41210C66F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583BC5F-130D-25EC-ADBC-9EE3E5091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BA6CC7-52A9-5E6F-8340-40F2E2E24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761A154-89B8-8D4B-8DEC-69AAD9B3C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92910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4B104B7-8F87-FA68-F111-A29B67A08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1B09AD0-7452-9468-8587-0C8654972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C81D905-257F-84B3-3EBF-07FF323176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9A04E9-7A66-8C4B-8454-F4A2D18C006C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C3F550B-36C2-C289-F97B-DCF86F597A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A1F05F-E1A1-80A1-9355-56A43C5514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FAC73D-7531-124E-9271-C1102E835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9448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角丸四角形 6">
            <a:extLst>
              <a:ext uri="{FF2B5EF4-FFF2-40B4-BE49-F238E27FC236}">
                <a16:creationId xmlns:a16="http://schemas.microsoft.com/office/drawing/2014/main" id="{369E22C9-2E35-549F-60E3-1B975820CFDC}"/>
              </a:ext>
            </a:extLst>
          </p:cNvPr>
          <p:cNvSpPr/>
          <p:nvPr/>
        </p:nvSpPr>
        <p:spPr>
          <a:xfrm>
            <a:off x="4304889" y="116115"/>
            <a:ext cx="7712940" cy="6561696"/>
          </a:xfrm>
          <a:prstGeom prst="roundRect">
            <a:avLst>
              <a:gd name="adj" fmla="val 2804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角丸四角形 5">
            <a:extLst>
              <a:ext uri="{FF2B5EF4-FFF2-40B4-BE49-F238E27FC236}">
                <a16:creationId xmlns:a16="http://schemas.microsoft.com/office/drawing/2014/main" id="{D668B573-2CAE-6195-1D97-268701B89D43}"/>
              </a:ext>
            </a:extLst>
          </p:cNvPr>
          <p:cNvSpPr/>
          <p:nvPr/>
        </p:nvSpPr>
        <p:spPr>
          <a:xfrm>
            <a:off x="174173" y="116115"/>
            <a:ext cx="4067216" cy="6561696"/>
          </a:xfrm>
          <a:prstGeom prst="roundRect">
            <a:avLst>
              <a:gd name="adj" fmla="val 3281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7AD837A-50F6-8722-E4F6-60C971BBFF02}"/>
              </a:ext>
            </a:extLst>
          </p:cNvPr>
          <p:cNvSpPr txBox="1"/>
          <p:nvPr/>
        </p:nvSpPr>
        <p:spPr>
          <a:xfrm>
            <a:off x="174173" y="244265"/>
            <a:ext cx="50364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UcParenBoth"/>
            </a:pPr>
            <a:r>
              <a:rPr lang="ja-JP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ja-JP" sz="2400" b="1" dirty="0">
                <a:latin typeface="Arial" panose="020B0604020202020204" pitchFamily="34" charset="0"/>
                <a:cs typeface="Arial" panose="020B0604020202020204" pitchFamily="34" charset="0"/>
              </a:rPr>
              <a:t>Fixed, Pre-defined Sampling</a:t>
            </a:r>
          </a:p>
          <a:p>
            <a:pPr marL="444500"/>
            <a:r>
              <a:rPr kumimoji="1" lang="en-US" altLang="ja-JP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(e.g., Grid</a:t>
            </a:r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 sampling</a:t>
            </a:r>
            <a:r>
              <a:rPr kumimoji="1"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kumimoji="1" lang="ja-JP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B8D4A31-0593-7CCE-E941-CB4DEB044E49}"/>
              </a:ext>
            </a:extLst>
          </p:cNvPr>
          <p:cNvSpPr txBox="1"/>
          <p:nvPr/>
        </p:nvSpPr>
        <p:spPr>
          <a:xfrm>
            <a:off x="4334958" y="238386"/>
            <a:ext cx="7638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>
                <a:latin typeface="Arial" panose="020B0604020202020204" pitchFamily="34" charset="0"/>
                <a:cs typeface="Arial" panose="020B0604020202020204" pitchFamily="34" charset="0"/>
              </a:rPr>
              <a:t>(B) Bayesian Adaptive Sampling (BAS) Framework</a:t>
            </a:r>
            <a:endParaRPr kumimoji="1" lang="ja-JP" altLang="en-US" sz="2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下矢印 1">
            <a:extLst>
              <a:ext uri="{FF2B5EF4-FFF2-40B4-BE49-F238E27FC236}">
                <a16:creationId xmlns:a16="http://schemas.microsoft.com/office/drawing/2014/main" id="{EF6F72D6-D2C9-7B78-E89B-D75026174892}"/>
              </a:ext>
            </a:extLst>
          </p:cNvPr>
          <p:cNvSpPr/>
          <p:nvPr/>
        </p:nvSpPr>
        <p:spPr>
          <a:xfrm>
            <a:off x="1615116" y="3969378"/>
            <a:ext cx="1077286" cy="798512"/>
          </a:xfrm>
          <a:prstGeom prst="downArrow">
            <a:avLst/>
          </a:prstGeom>
          <a:gradFill flip="none" rotWithShape="1">
            <a:gsLst>
              <a:gs pos="0">
                <a:srgbClr val="E8E8E8"/>
              </a:gs>
              <a:gs pos="79000">
                <a:schemeClr val="accent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83" name="グループ化 82">
            <a:extLst>
              <a:ext uri="{FF2B5EF4-FFF2-40B4-BE49-F238E27FC236}">
                <a16:creationId xmlns:a16="http://schemas.microsoft.com/office/drawing/2014/main" id="{C40CDB16-4E1B-AA40-CF43-4847566EA633}"/>
              </a:ext>
            </a:extLst>
          </p:cNvPr>
          <p:cNvGrpSpPr>
            <a:grpSpLocks noChangeAspect="1"/>
          </p:cNvGrpSpPr>
          <p:nvPr/>
        </p:nvGrpSpPr>
        <p:grpSpPr>
          <a:xfrm>
            <a:off x="336426" y="1029900"/>
            <a:ext cx="3685041" cy="2896023"/>
            <a:chOff x="394569" y="662028"/>
            <a:chExt cx="4598674" cy="3614035"/>
          </a:xfrm>
        </p:grpSpPr>
        <p:pic>
          <p:nvPicPr>
            <p:cNvPr id="73" name="図 72">
              <a:extLst>
                <a:ext uri="{FF2B5EF4-FFF2-40B4-BE49-F238E27FC236}">
                  <a16:creationId xmlns:a16="http://schemas.microsoft.com/office/drawing/2014/main" id="{7E702BF0-7B68-9EFA-E652-C79340DEE2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692" t="14076" r="7623" b="14313"/>
            <a:stretch>
              <a:fillRect/>
            </a:stretch>
          </p:blipFill>
          <p:spPr>
            <a:xfrm>
              <a:off x="595281" y="717551"/>
              <a:ext cx="4197648" cy="3549650"/>
            </a:xfrm>
            <a:prstGeom prst="rect">
              <a:avLst/>
            </a:prstGeom>
          </p:spPr>
        </p:pic>
        <p:sp>
          <p:nvSpPr>
            <p:cNvPr id="74" name="正方形/長方形 73">
              <a:extLst>
                <a:ext uri="{FF2B5EF4-FFF2-40B4-BE49-F238E27FC236}">
                  <a16:creationId xmlns:a16="http://schemas.microsoft.com/office/drawing/2014/main" id="{1103E46F-CF61-1269-755F-D449FDAC29FA}"/>
                </a:ext>
              </a:extLst>
            </p:cNvPr>
            <p:cNvSpPr/>
            <p:nvPr/>
          </p:nvSpPr>
          <p:spPr>
            <a:xfrm rot="321015">
              <a:off x="394569" y="680211"/>
              <a:ext cx="374586" cy="3595852"/>
            </a:xfrm>
            <a:prstGeom prst="rect">
              <a:avLst/>
            </a:prstGeom>
            <a:solidFill>
              <a:srgbClr val="E8E8E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5" name="正方形/長方形 74">
              <a:extLst>
                <a:ext uri="{FF2B5EF4-FFF2-40B4-BE49-F238E27FC236}">
                  <a16:creationId xmlns:a16="http://schemas.microsoft.com/office/drawing/2014/main" id="{3FC93B1B-A192-4181-307A-27348575BA90}"/>
                </a:ext>
              </a:extLst>
            </p:cNvPr>
            <p:cNvSpPr/>
            <p:nvPr/>
          </p:nvSpPr>
          <p:spPr>
            <a:xfrm rot="21275754">
              <a:off x="4618657" y="662028"/>
              <a:ext cx="374586" cy="3595852"/>
            </a:xfrm>
            <a:prstGeom prst="rect">
              <a:avLst/>
            </a:prstGeom>
            <a:solidFill>
              <a:srgbClr val="E8E8E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E38A5185-FFDA-F5F8-EB2F-DE9A37354AAE}"/>
              </a:ext>
            </a:extLst>
          </p:cNvPr>
          <p:cNvSpPr txBox="1"/>
          <p:nvPr/>
        </p:nvSpPr>
        <p:spPr>
          <a:xfrm>
            <a:off x="2517251" y="3969378"/>
            <a:ext cx="17267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400" dirty="0">
                <a:latin typeface="Arial" panose="020B0604020202020204" pitchFamily="34" charset="0"/>
                <a:cs typeface="Arial" panose="020B0604020202020204" pitchFamily="34" charset="0"/>
              </a:rPr>
              <a:t>Sample</a:t>
            </a:r>
          </a:p>
          <a:p>
            <a:pPr algn="ctr"/>
            <a:r>
              <a:rPr kumimoji="1" lang="en-US" altLang="ja-JP" sz="1400" dirty="0">
                <a:latin typeface="Arial" panose="020B0604020202020204" pitchFamily="34" charset="0"/>
                <a:cs typeface="Arial" panose="020B0604020202020204" pitchFamily="34" charset="0"/>
              </a:rPr>
              <a:t>Collection</a:t>
            </a:r>
            <a:endParaRPr kumimoji="1" lang="ja-JP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A7CB62E9-72B8-CE5B-45A6-ADAF85ED0183}"/>
              </a:ext>
            </a:extLst>
          </p:cNvPr>
          <p:cNvSpPr txBox="1"/>
          <p:nvPr/>
        </p:nvSpPr>
        <p:spPr>
          <a:xfrm>
            <a:off x="1342973" y="4882780"/>
            <a:ext cx="1613158" cy="408623"/>
          </a:xfrm>
          <a:prstGeom prst="roundRect">
            <a:avLst>
              <a:gd name="adj" fmla="val 26995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kumimoji="1"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Data Analysis</a:t>
            </a:r>
            <a:endParaRPr kumimoji="1" lang="ja-JP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角丸四角形 79">
            <a:extLst>
              <a:ext uri="{FF2B5EF4-FFF2-40B4-BE49-F238E27FC236}">
                <a16:creationId xmlns:a16="http://schemas.microsoft.com/office/drawing/2014/main" id="{46E6D825-6B2E-B989-069E-F9F7677F785E}"/>
              </a:ext>
            </a:extLst>
          </p:cNvPr>
          <p:cNvSpPr/>
          <p:nvPr/>
        </p:nvSpPr>
        <p:spPr>
          <a:xfrm>
            <a:off x="4589718" y="750571"/>
            <a:ext cx="2072187" cy="1866624"/>
          </a:xfrm>
          <a:prstGeom prst="roundRect">
            <a:avLst>
              <a:gd name="adj" fmla="val 12421"/>
            </a:avLst>
          </a:prstGeom>
          <a:solidFill>
            <a:srgbClr val="E5EE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9" name="図 78">
            <a:extLst>
              <a:ext uri="{FF2B5EF4-FFF2-40B4-BE49-F238E27FC236}">
                <a16:creationId xmlns:a16="http://schemas.microsoft.com/office/drawing/2014/main" id="{0A389958-03F4-7662-98FF-F5F546BFF34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477" t="14154" r="7765" b="14051"/>
          <a:stretch>
            <a:fillRect/>
          </a:stretch>
        </p:blipFill>
        <p:spPr>
          <a:xfrm>
            <a:off x="4932259" y="1397706"/>
            <a:ext cx="1387099" cy="1174955"/>
          </a:xfrm>
          <a:prstGeom prst="rect">
            <a:avLst/>
          </a:prstGeom>
        </p:spPr>
      </p:pic>
      <p:pic>
        <p:nvPicPr>
          <p:cNvPr id="81" name="図 80">
            <a:extLst>
              <a:ext uri="{FF2B5EF4-FFF2-40B4-BE49-F238E27FC236}">
                <a16:creationId xmlns:a16="http://schemas.microsoft.com/office/drawing/2014/main" id="{8539EF2F-8F2F-0B9D-30CA-892132F457A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531" t="18482" r="15799" b="15230"/>
          <a:stretch>
            <a:fillRect/>
          </a:stretch>
        </p:blipFill>
        <p:spPr>
          <a:xfrm>
            <a:off x="7742027" y="1451125"/>
            <a:ext cx="1366294" cy="1166070"/>
          </a:xfrm>
          <a:prstGeom prst="rect">
            <a:avLst/>
          </a:prstGeom>
        </p:spPr>
      </p:pic>
      <p:pic>
        <p:nvPicPr>
          <p:cNvPr id="82" name="図 81">
            <a:extLst>
              <a:ext uri="{FF2B5EF4-FFF2-40B4-BE49-F238E27FC236}">
                <a16:creationId xmlns:a16="http://schemas.microsoft.com/office/drawing/2014/main" id="{72692A71-7C19-8193-2FDD-AF0311C9783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6481" t="19166" r="17361" b="15897"/>
          <a:stretch>
            <a:fillRect/>
          </a:stretch>
        </p:blipFill>
        <p:spPr>
          <a:xfrm>
            <a:off x="9324572" y="1451126"/>
            <a:ext cx="1366294" cy="1164976"/>
          </a:xfrm>
          <a:prstGeom prst="rect">
            <a:avLst/>
          </a:prstGeom>
        </p:spPr>
      </p:pic>
      <p:sp>
        <p:nvSpPr>
          <p:cNvPr id="84" name="片側の 2 つの角を丸めた四角形 83">
            <a:extLst>
              <a:ext uri="{FF2B5EF4-FFF2-40B4-BE49-F238E27FC236}">
                <a16:creationId xmlns:a16="http://schemas.microsoft.com/office/drawing/2014/main" id="{D301D0D9-F466-51D5-358F-7F8E787E845D}"/>
              </a:ext>
            </a:extLst>
          </p:cNvPr>
          <p:cNvSpPr/>
          <p:nvPr/>
        </p:nvSpPr>
        <p:spPr>
          <a:xfrm>
            <a:off x="4589717" y="750571"/>
            <a:ext cx="2072187" cy="369332"/>
          </a:xfrm>
          <a:prstGeom prst="round2SameRect">
            <a:avLst>
              <a:gd name="adj1" fmla="val 40289"/>
              <a:gd name="adj2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52B64137-48CB-2FE2-0F38-0A0153E02049}"/>
              </a:ext>
            </a:extLst>
          </p:cNvPr>
          <p:cNvSpPr txBox="1"/>
          <p:nvPr/>
        </p:nvSpPr>
        <p:spPr>
          <a:xfrm>
            <a:off x="4656228" y="774767"/>
            <a:ext cx="18020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Initial Sampling</a:t>
            </a:r>
          </a:p>
        </p:txBody>
      </p:sp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C2E95BDD-6D62-A2BE-49DE-9991EF803E4C}"/>
              </a:ext>
            </a:extLst>
          </p:cNvPr>
          <p:cNvSpPr txBox="1"/>
          <p:nvPr/>
        </p:nvSpPr>
        <p:spPr>
          <a:xfrm>
            <a:off x="4589716" y="1098814"/>
            <a:ext cx="207218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175" algn="ctr"/>
            <a:r>
              <a:rPr lang="en-US" altLang="ja-JP" sz="1400" dirty="0">
                <a:latin typeface="Arial" panose="020B0604020202020204" pitchFamily="34" charset="0"/>
                <a:cs typeface="Arial" panose="020B0604020202020204" pitchFamily="34" charset="0"/>
              </a:rPr>
              <a:t>Few points &amp; covariates</a:t>
            </a:r>
            <a:endParaRPr kumimoji="1" lang="ja-JP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片側の 2 つの角を丸めた四角形 87">
            <a:extLst>
              <a:ext uri="{FF2B5EF4-FFF2-40B4-BE49-F238E27FC236}">
                <a16:creationId xmlns:a16="http://schemas.microsoft.com/office/drawing/2014/main" id="{474D90E9-F25C-3C6D-6454-12F41A50397A}"/>
              </a:ext>
            </a:extLst>
          </p:cNvPr>
          <p:cNvSpPr/>
          <p:nvPr/>
        </p:nvSpPr>
        <p:spPr>
          <a:xfrm>
            <a:off x="8764743" y="726358"/>
            <a:ext cx="2072187" cy="369332"/>
          </a:xfrm>
          <a:prstGeom prst="round2SameRect">
            <a:avLst>
              <a:gd name="adj1" fmla="val 40289"/>
              <a:gd name="adj2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7" name="テキスト ボックス 86">
            <a:extLst>
              <a:ext uri="{FF2B5EF4-FFF2-40B4-BE49-F238E27FC236}">
                <a16:creationId xmlns:a16="http://schemas.microsoft.com/office/drawing/2014/main" id="{1354F812-C539-E9FB-2118-EF746ACC12A9}"/>
              </a:ext>
            </a:extLst>
          </p:cNvPr>
          <p:cNvSpPr txBox="1"/>
          <p:nvPr/>
        </p:nvSpPr>
        <p:spPr>
          <a:xfrm>
            <a:off x="8899789" y="741747"/>
            <a:ext cx="19271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Spatial Modeling</a:t>
            </a:r>
          </a:p>
        </p:txBody>
      </p:sp>
      <p:sp>
        <p:nvSpPr>
          <p:cNvPr id="89" name="テキスト ボックス 88">
            <a:extLst>
              <a:ext uri="{FF2B5EF4-FFF2-40B4-BE49-F238E27FC236}">
                <a16:creationId xmlns:a16="http://schemas.microsoft.com/office/drawing/2014/main" id="{C950C33B-B7F2-76A3-7F64-30C3A84C867F}"/>
              </a:ext>
            </a:extLst>
          </p:cNvPr>
          <p:cNvSpPr txBox="1"/>
          <p:nvPr/>
        </p:nvSpPr>
        <p:spPr>
          <a:xfrm>
            <a:off x="498751" y="5644201"/>
            <a:ext cx="331000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b="1" dirty="0">
                <a:latin typeface="Arial" panose="020B0604020202020204" pitchFamily="34" charset="0"/>
                <a:cs typeface="Arial" panose="020B0604020202020204" pitchFamily="34" charset="0"/>
              </a:rPr>
              <a:t>Representative Coverage</a:t>
            </a:r>
          </a:p>
          <a:p>
            <a:pPr algn="ctr"/>
            <a:r>
              <a:rPr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Information gained during the survey </a:t>
            </a:r>
            <a:br>
              <a:rPr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is not used to choose further sites</a:t>
            </a:r>
            <a:endParaRPr kumimoji="1" lang="ja-JP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42" name="グループ化 1041">
            <a:extLst>
              <a:ext uri="{FF2B5EF4-FFF2-40B4-BE49-F238E27FC236}">
                <a16:creationId xmlns:a16="http://schemas.microsoft.com/office/drawing/2014/main" id="{A9141DCA-7BB0-8626-62E8-524DD356A6DF}"/>
              </a:ext>
            </a:extLst>
          </p:cNvPr>
          <p:cNvGrpSpPr/>
          <p:nvPr/>
        </p:nvGrpSpPr>
        <p:grpSpPr>
          <a:xfrm>
            <a:off x="146030" y="4527866"/>
            <a:ext cx="939737" cy="1069863"/>
            <a:chOff x="405476" y="4776251"/>
            <a:chExt cx="939737" cy="1069863"/>
          </a:xfrm>
        </p:grpSpPr>
        <p:sp>
          <p:nvSpPr>
            <p:cNvPr id="98" name="円/楕円 97">
              <a:extLst>
                <a:ext uri="{FF2B5EF4-FFF2-40B4-BE49-F238E27FC236}">
                  <a16:creationId xmlns:a16="http://schemas.microsoft.com/office/drawing/2014/main" id="{EEA9C59E-6433-8E47-43B0-58D1E02018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350" y="5007811"/>
              <a:ext cx="249558" cy="24955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0" name="角丸四角形 99">
              <a:extLst>
                <a:ext uri="{FF2B5EF4-FFF2-40B4-BE49-F238E27FC236}">
                  <a16:creationId xmlns:a16="http://schemas.microsoft.com/office/drawing/2014/main" id="{60B6B310-CF91-0037-2EDF-395E0B75ECBC}"/>
                </a:ext>
              </a:extLst>
            </p:cNvPr>
            <p:cNvSpPr/>
            <p:nvPr/>
          </p:nvSpPr>
          <p:spPr>
            <a:xfrm rot="3177713">
              <a:off x="923006" y="5291309"/>
              <a:ext cx="442071" cy="174192"/>
            </a:xfrm>
            <a:prstGeom prst="roundRect">
              <a:avLst>
                <a:gd name="adj" fmla="val 4366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1" name="角丸四角形 100">
              <a:extLst>
                <a:ext uri="{FF2B5EF4-FFF2-40B4-BE49-F238E27FC236}">
                  <a16:creationId xmlns:a16="http://schemas.microsoft.com/office/drawing/2014/main" id="{A5FABB2F-1918-5715-BD2D-0A2A10FA87BE}"/>
                </a:ext>
              </a:extLst>
            </p:cNvPr>
            <p:cNvSpPr/>
            <p:nvPr/>
          </p:nvSpPr>
          <p:spPr>
            <a:xfrm>
              <a:off x="974860" y="5497252"/>
              <a:ext cx="311226" cy="98923"/>
            </a:xfrm>
            <a:prstGeom prst="roundRect">
              <a:avLst>
                <a:gd name="adj" fmla="val 4366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2" name="角丸四角形 101">
              <a:extLst>
                <a:ext uri="{FF2B5EF4-FFF2-40B4-BE49-F238E27FC236}">
                  <a16:creationId xmlns:a16="http://schemas.microsoft.com/office/drawing/2014/main" id="{E6BFFB19-3D25-6827-7C64-13971121AAAD}"/>
                </a:ext>
              </a:extLst>
            </p:cNvPr>
            <p:cNvSpPr/>
            <p:nvPr/>
          </p:nvSpPr>
          <p:spPr>
            <a:xfrm rot="16200000">
              <a:off x="860586" y="5627196"/>
              <a:ext cx="328374" cy="109462"/>
            </a:xfrm>
            <a:prstGeom prst="roundRect">
              <a:avLst>
                <a:gd name="adj" fmla="val 4366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4" name="角丸四角形 103">
              <a:extLst>
                <a:ext uri="{FF2B5EF4-FFF2-40B4-BE49-F238E27FC236}">
                  <a16:creationId xmlns:a16="http://schemas.microsoft.com/office/drawing/2014/main" id="{973003E6-AEE1-3DFB-A035-F31F77342E64}"/>
                </a:ext>
              </a:extLst>
            </p:cNvPr>
            <p:cNvSpPr/>
            <p:nvPr/>
          </p:nvSpPr>
          <p:spPr>
            <a:xfrm rot="18565487">
              <a:off x="579585" y="5520846"/>
              <a:ext cx="466195" cy="45719"/>
            </a:xfrm>
            <a:prstGeom prst="roundRect">
              <a:avLst>
                <a:gd name="adj" fmla="val 4366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7" name="フローチャート: 論理積ゲート 106">
              <a:extLst>
                <a:ext uri="{FF2B5EF4-FFF2-40B4-BE49-F238E27FC236}">
                  <a16:creationId xmlns:a16="http://schemas.microsoft.com/office/drawing/2014/main" id="{BF09A5B7-C828-3ECB-FC53-7BCFD78176AB}"/>
                </a:ext>
              </a:extLst>
            </p:cNvPr>
            <p:cNvSpPr/>
            <p:nvPr/>
          </p:nvSpPr>
          <p:spPr>
            <a:xfrm rot="7901878">
              <a:off x="571582" y="5655915"/>
              <a:ext cx="158810" cy="149882"/>
            </a:xfrm>
            <a:prstGeom prst="flowChartDelay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8" name="アーチ 107">
              <a:extLst>
                <a:ext uri="{FF2B5EF4-FFF2-40B4-BE49-F238E27FC236}">
                  <a16:creationId xmlns:a16="http://schemas.microsoft.com/office/drawing/2014/main" id="{EFD38467-01EF-E4D6-2615-CAE8E9544C93}"/>
                </a:ext>
              </a:extLst>
            </p:cNvPr>
            <p:cNvSpPr>
              <a:spLocks noChangeAspect="1"/>
            </p:cNvSpPr>
            <p:nvPr/>
          </p:nvSpPr>
          <p:spPr>
            <a:xfrm rot="5830448">
              <a:off x="405476" y="4776251"/>
              <a:ext cx="777421" cy="777421"/>
            </a:xfrm>
            <a:prstGeom prst="blockArc">
              <a:avLst>
                <a:gd name="adj1" fmla="val 17691001"/>
                <a:gd name="adj2" fmla="val 20986681"/>
                <a:gd name="adj3" fmla="val 9431"/>
              </a:avLst>
            </a:prstGeom>
            <a:solidFill>
              <a:schemeClr val="tx1"/>
            </a:solidFill>
            <a:ln>
              <a:solidFill>
                <a:srgbClr val="E8E8E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09" name="角丸四角形 108">
              <a:extLst>
                <a:ext uri="{FF2B5EF4-FFF2-40B4-BE49-F238E27FC236}">
                  <a16:creationId xmlns:a16="http://schemas.microsoft.com/office/drawing/2014/main" id="{147325B3-256E-095A-B09F-607BF0DB5402}"/>
                </a:ext>
              </a:extLst>
            </p:cNvPr>
            <p:cNvSpPr/>
            <p:nvPr/>
          </p:nvSpPr>
          <p:spPr>
            <a:xfrm rot="3521820">
              <a:off x="1140139" y="5617088"/>
              <a:ext cx="311226" cy="98923"/>
            </a:xfrm>
            <a:prstGeom prst="roundRect">
              <a:avLst>
                <a:gd name="adj" fmla="val 4366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0" name="円/楕円 109">
              <a:extLst>
                <a:ext uri="{FF2B5EF4-FFF2-40B4-BE49-F238E27FC236}">
                  <a16:creationId xmlns:a16="http://schemas.microsoft.com/office/drawing/2014/main" id="{4AE03779-CCBF-D319-6F15-E4CBB3CB07C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46803" y="5750088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1" name="円/楕円 110">
              <a:extLst>
                <a:ext uri="{FF2B5EF4-FFF2-40B4-BE49-F238E27FC236}">
                  <a16:creationId xmlns:a16="http://schemas.microsoft.com/office/drawing/2014/main" id="{0C9A4DE9-4DEF-2DD8-9A3B-BDC658BFAC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3117" y="5764569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2" name="円/楕円 111">
              <a:extLst>
                <a:ext uri="{FF2B5EF4-FFF2-40B4-BE49-F238E27FC236}">
                  <a16:creationId xmlns:a16="http://schemas.microsoft.com/office/drawing/2014/main" id="{129EB15C-D636-0BF1-B176-202317B501B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1327" y="5777088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3" name="円/楕円 112">
              <a:extLst>
                <a:ext uri="{FF2B5EF4-FFF2-40B4-BE49-F238E27FC236}">
                  <a16:creationId xmlns:a16="http://schemas.microsoft.com/office/drawing/2014/main" id="{6823A73B-EB6D-001B-C5BE-4A5AC581A41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36566" y="5791569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4" name="円/楕円 113">
              <a:extLst>
                <a:ext uri="{FF2B5EF4-FFF2-40B4-BE49-F238E27FC236}">
                  <a16:creationId xmlns:a16="http://schemas.microsoft.com/office/drawing/2014/main" id="{47A3D8D1-A4BE-63E5-2F79-A13BD777042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19541" y="5771209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5" name="円/楕円 114">
              <a:extLst>
                <a:ext uri="{FF2B5EF4-FFF2-40B4-BE49-F238E27FC236}">
                  <a16:creationId xmlns:a16="http://schemas.microsoft.com/office/drawing/2014/main" id="{8AB35C42-99BD-010B-1E33-E3B2788B3AF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0906" y="5791859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6" name="円/楕円 115">
              <a:extLst>
                <a:ext uri="{FF2B5EF4-FFF2-40B4-BE49-F238E27FC236}">
                  <a16:creationId xmlns:a16="http://schemas.microsoft.com/office/drawing/2014/main" id="{42C3915F-C161-283A-C96D-B3DA2E2B28D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9320" y="5764569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7" name="円/楕円 116">
              <a:extLst>
                <a:ext uri="{FF2B5EF4-FFF2-40B4-BE49-F238E27FC236}">
                  <a16:creationId xmlns:a16="http://schemas.microsoft.com/office/drawing/2014/main" id="{13877C3F-6006-9F44-5815-061691A5B04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3507" y="5781389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8" name="円/楕円 117">
              <a:extLst>
                <a:ext uri="{FF2B5EF4-FFF2-40B4-BE49-F238E27FC236}">
                  <a16:creationId xmlns:a16="http://schemas.microsoft.com/office/drawing/2014/main" id="{844AACEF-3AA0-AE68-4B23-F31BB6B6520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1061" y="5781389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0" name="円/楕円 119">
              <a:extLst>
                <a:ext uri="{FF2B5EF4-FFF2-40B4-BE49-F238E27FC236}">
                  <a16:creationId xmlns:a16="http://schemas.microsoft.com/office/drawing/2014/main" id="{F50EF0CE-6351-21EE-BF96-3D8C4C80D1E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4035" y="5785996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1" name="円/楕円 120">
              <a:extLst>
                <a:ext uri="{FF2B5EF4-FFF2-40B4-BE49-F238E27FC236}">
                  <a16:creationId xmlns:a16="http://schemas.microsoft.com/office/drawing/2014/main" id="{83D96ED3-3433-948B-E5FB-F9AB8A7EAD6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1402" y="5789349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2" name="円/楕円 121">
              <a:extLst>
                <a:ext uri="{FF2B5EF4-FFF2-40B4-BE49-F238E27FC236}">
                  <a16:creationId xmlns:a16="http://schemas.microsoft.com/office/drawing/2014/main" id="{D571B1CD-4D36-0CE1-C62C-DF27350D35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54556" y="5785690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3" name="円/楕円 122">
              <a:extLst>
                <a:ext uri="{FF2B5EF4-FFF2-40B4-BE49-F238E27FC236}">
                  <a16:creationId xmlns:a16="http://schemas.microsoft.com/office/drawing/2014/main" id="{A57D15E3-21D3-B029-8D0E-A4879B0C8EE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4942" y="5785690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4" name="円/楕円 123">
              <a:extLst>
                <a:ext uri="{FF2B5EF4-FFF2-40B4-BE49-F238E27FC236}">
                  <a16:creationId xmlns:a16="http://schemas.microsoft.com/office/drawing/2014/main" id="{6D6498CF-E784-29D9-C1E7-B5DDBF9749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2105" y="5787649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5" name="円/楕円 124">
              <a:extLst>
                <a:ext uri="{FF2B5EF4-FFF2-40B4-BE49-F238E27FC236}">
                  <a16:creationId xmlns:a16="http://schemas.microsoft.com/office/drawing/2014/main" id="{8FE38876-2832-9952-BD35-70E086CE101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8322" y="5788300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27" name="直線コネクタ 126">
              <a:extLst>
                <a:ext uri="{FF2B5EF4-FFF2-40B4-BE49-F238E27FC236}">
                  <a16:creationId xmlns:a16="http://schemas.microsoft.com/office/drawing/2014/main" id="{4D4DB744-0C2F-C800-A88C-F8E8F038036E}"/>
                </a:ext>
              </a:extLst>
            </p:cNvPr>
            <p:cNvCxnSpPr>
              <a:cxnSpLocks/>
            </p:cNvCxnSpPr>
            <p:nvPr/>
          </p:nvCxnSpPr>
          <p:spPr>
            <a:xfrm>
              <a:off x="488062" y="5835922"/>
              <a:ext cx="405067" cy="132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30" name="円/楕円 1029">
              <a:extLst>
                <a:ext uri="{FF2B5EF4-FFF2-40B4-BE49-F238E27FC236}">
                  <a16:creationId xmlns:a16="http://schemas.microsoft.com/office/drawing/2014/main" id="{B82F3745-046A-3075-5D8F-18C0BE85B9A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8261" y="5788300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32" name="円/楕円 1031">
              <a:extLst>
                <a:ext uri="{FF2B5EF4-FFF2-40B4-BE49-F238E27FC236}">
                  <a16:creationId xmlns:a16="http://schemas.microsoft.com/office/drawing/2014/main" id="{BAC03564-6322-E5CA-5F4B-F5D73C272202}"/>
                </a:ext>
              </a:extLst>
            </p:cNvPr>
            <p:cNvSpPr>
              <a:spLocks noChangeAspect="1"/>
            </p:cNvSpPr>
            <p:nvPr/>
          </p:nvSpPr>
          <p:spPr>
            <a:xfrm rot="19580592">
              <a:off x="696547" y="5222657"/>
              <a:ext cx="71802" cy="51175"/>
            </a:xfrm>
            <a:custGeom>
              <a:avLst/>
              <a:gdLst>
                <a:gd name="csX0" fmla="*/ 0 w 914400"/>
                <a:gd name="csY0" fmla="*/ 457200 h 914400"/>
                <a:gd name="csX1" fmla="*/ 457200 w 914400"/>
                <a:gd name="csY1" fmla="*/ 0 h 914400"/>
                <a:gd name="csX2" fmla="*/ 914400 w 914400"/>
                <a:gd name="csY2" fmla="*/ 457200 h 914400"/>
                <a:gd name="csX3" fmla="*/ 457200 w 914400"/>
                <a:gd name="csY3" fmla="*/ 914400 h 914400"/>
                <a:gd name="csX4" fmla="*/ 0 w 914400"/>
                <a:gd name="csY4" fmla="*/ 457200 h 914400"/>
                <a:gd name="csX0" fmla="*/ 0 w 1108075"/>
                <a:gd name="csY0" fmla="*/ 457201 h 914402"/>
                <a:gd name="csX1" fmla="*/ 457200 w 1108075"/>
                <a:gd name="csY1" fmla="*/ 1 h 914402"/>
                <a:gd name="csX2" fmla="*/ 1108075 w 1108075"/>
                <a:gd name="csY2" fmla="*/ 460376 h 914402"/>
                <a:gd name="csX3" fmla="*/ 457200 w 1108075"/>
                <a:gd name="csY3" fmla="*/ 914401 h 914402"/>
                <a:gd name="csX4" fmla="*/ 0 w 1108075"/>
                <a:gd name="csY4" fmla="*/ 457201 h 914402"/>
                <a:gd name="csX0" fmla="*/ 0 w 1108075"/>
                <a:gd name="csY0" fmla="*/ 457201 h 914402"/>
                <a:gd name="csX1" fmla="*/ 457200 w 1108075"/>
                <a:gd name="csY1" fmla="*/ 1 h 914402"/>
                <a:gd name="csX2" fmla="*/ 1108075 w 1108075"/>
                <a:gd name="csY2" fmla="*/ 460376 h 914402"/>
                <a:gd name="csX3" fmla="*/ 457200 w 1108075"/>
                <a:gd name="csY3" fmla="*/ 914401 h 914402"/>
                <a:gd name="csX4" fmla="*/ 0 w 1108075"/>
                <a:gd name="csY4" fmla="*/ 457201 h 914402"/>
                <a:gd name="csX0" fmla="*/ 0 w 1108075"/>
                <a:gd name="csY0" fmla="*/ 457201 h 914401"/>
                <a:gd name="csX1" fmla="*/ 457200 w 1108075"/>
                <a:gd name="csY1" fmla="*/ 1 h 914401"/>
                <a:gd name="csX2" fmla="*/ 1108075 w 1108075"/>
                <a:gd name="csY2" fmla="*/ 460376 h 914401"/>
                <a:gd name="csX3" fmla="*/ 457200 w 1108075"/>
                <a:gd name="csY3" fmla="*/ 914401 h 914401"/>
                <a:gd name="csX4" fmla="*/ 0 w 1108075"/>
                <a:gd name="csY4" fmla="*/ 457201 h 914401"/>
                <a:gd name="csX0" fmla="*/ 7 w 1108082"/>
                <a:gd name="csY0" fmla="*/ 336552 h 793752"/>
                <a:gd name="csX1" fmla="*/ 447682 w 1108082"/>
                <a:gd name="csY1" fmla="*/ 2 h 793752"/>
                <a:gd name="csX2" fmla="*/ 1108082 w 1108082"/>
                <a:gd name="csY2" fmla="*/ 339727 h 793752"/>
                <a:gd name="csX3" fmla="*/ 457207 w 1108082"/>
                <a:gd name="csY3" fmla="*/ 793752 h 793752"/>
                <a:gd name="csX4" fmla="*/ 7 w 1108082"/>
                <a:gd name="csY4" fmla="*/ 336552 h 793752"/>
                <a:gd name="csX0" fmla="*/ 19 w 1108094"/>
                <a:gd name="csY0" fmla="*/ 336551 h 660403"/>
                <a:gd name="csX1" fmla="*/ 447694 w 1108094"/>
                <a:gd name="csY1" fmla="*/ 1 h 660403"/>
                <a:gd name="csX2" fmla="*/ 1108094 w 1108094"/>
                <a:gd name="csY2" fmla="*/ 339726 h 660403"/>
                <a:gd name="csX3" fmla="*/ 463569 w 1108094"/>
                <a:gd name="csY3" fmla="*/ 660401 h 660403"/>
                <a:gd name="csX4" fmla="*/ 19 w 1108094"/>
                <a:gd name="csY4" fmla="*/ 336551 h 660403"/>
                <a:gd name="csX0" fmla="*/ 45 w 927145"/>
                <a:gd name="csY0" fmla="*/ 304923 h 660795"/>
                <a:gd name="csX1" fmla="*/ 266745 w 927145"/>
                <a:gd name="csY1" fmla="*/ 123 h 660795"/>
                <a:gd name="csX2" fmla="*/ 927145 w 927145"/>
                <a:gd name="csY2" fmla="*/ 339848 h 660795"/>
                <a:gd name="csX3" fmla="*/ 282620 w 927145"/>
                <a:gd name="csY3" fmla="*/ 660523 h 660795"/>
                <a:gd name="csX4" fmla="*/ 45 w 927145"/>
                <a:gd name="csY4" fmla="*/ 304923 h 6607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27145" h="660795">
                  <a:moveTo>
                    <a:pt x="45" y="304923"/>
                  </a:moveTo>
                  <a:cubicBezTo>
                    <a:pt x="-2601" y="194856"/>
                    <a:pt x="112228" y="-5698"/>
                    <a:pt x="266745" y="123"/>
                  </a:cubicBezTo>
                  <a:cubicBezTo>
                    <a:pt x="421262" y="5944"/>
                    <a:pt x="723945" y="128618"/>
                    <a:pt x="927145" y="339848"/>
                  </a:cubicBezTo>
                  <a:cubicBezTo>
                    <a:pt x="711245" y="579653"/>
                    <a:pt x="437137" y="666344"/>
                    <a:pt x="282620" y="660523"/>
                  </a:cubicBezTo>
                  <a:cubicBezTo>
                    <a:pt x="128103" y="654702"/>
                    <a:pt x="2691" y="414990"/>
                    <a:pt x="45" y="304923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33" name="円/楕円 1031">
              <a:extLst>
                <a:ext uri="{FF2B5EF4-FFF2-40B4-BE49-F238E27FC236}">
                  <a16:creationId xmlns:a16="http://schemas.microsoft.com/office/drawing/2014/main" id="{03C16B18-44A2-60C7-007D-06B851BE50D7}"/>
                </a:ext>
              </a:extLst>
            </p:cNvPr>
            <p:cNvSpPr>
              <a:spLocks noChangeAspect="1"/>
            </p:cNvSpPr>
            <p:nvPr/>
          </p:nvSpPr>
          <p:spPr>
            <a:xfrm rot="16903238">
              <a:off x="747139" y="5279114"/>
              <a:ext cx="71802" cy="51175"/>
            </a:xfrm>
            <a:custGeom>
              <a:avLst/>
              <a:gdLst>
                <a:gd name="csX0" fmla="*/ 0 w 914400"/>
                <a:gd name="csY0" fmla="*/ 457200 h 914400"/>
                <a:gd name="csX1" fmla="*/ 457200 w 914400"/>
                <a:gd name="csY1" fmla="*/ 0 h 914400"/>
                <a:gd name="csX2" fmla="*/ 914400 w 914400"/>
                <a:gd name="csY2" fmla="*/ 457200 h 914400"/>
                <a:gd name="csX3" fmla="*/ 457200 w 914400"/>
                <a:gd name="csY3" fmla="*/ 914400 h 914400"/>
                <a:gd name="csX4" fmla="*/ 0 w 914400"/>
                <a:gd name="csY4" fmla="*/ 457200 h 914400"/>
                <a:gd name="csX0" fmla="*/ 0 w 1108075"/>
                <a:gd name="csY0" fmla="*/ 457201 h 914402"/>
                <a:gd name="csX1" fmla="*/ 457200 w 1108075"/>
                <a:gd name="csY1" fmla="*/ 1 h 914402"/>
                <a:gd name="csX2" fmla="*/ 1108075 w 1108075"/>
                <a:gd name="csY2" fmla="*/ 460376 h 914402"/>
                <a:gd name="csX3" fmla="*/ 457200 w 1108075"/>
                <a:gd name="csY3" fmla="*/ 914401 h 914402"/>
                <a:gd name="csX4" fmla="*/ 0 w 1108075"/>
                <a:gd name="csY4" fmla="*/ 457201 h 914402"/>
                <a:gd name="csX0" fmla="*/ 0 w 1108075"/>
                <a:gd name="csY0" fmla="*/ 457201 h 914402"/>
                <a:gd name="csX1" fmla="*/ 457200 w 1108075"/>
                <a:gd name="csY1" fmla="*/ 1 h 914402"/>
                <a:gd name="csX2" fmla="*/ 1108075 w 1108075"/>
                <a:gd name="csY2" fmla="*/ 460376 h 914402"/>
                <a:gd name="csX3" fmla="*/ 457200 w 1108075"/>
                <a:gd name="csY3" fmla="*/ 914401 h 914402"/>
                <a:gd name="csX4" fmla="*/ 0 w 1108075"/>
                <a:gd name="csY4" fmla="*/ 457201 h 914402"/>
                <a:gd name="csX0" fmla="*/ 0 w 1108075"/>
                <a:gd name="csY0" fmla="*/ 457201 h 914401"/>
                <a:gd name="csX1" fmla="*/ 457200 w 1108075"/>
                <a:gd name="csY1" fmla="*/ 1 h 914401"/>
                <a:gd name="csX2" fmla="*/ 1108075 w 1108075"/>
                <a:gd name="csY2" fmla="*/ 460376 h 914401"/>
                <a:gd name="csX3" fmla="*/ 457200 w 1108075"/>
                <a:gd name="csY3" fmla="*/ 914401 h 914401"/>
                <a:gd name="csX4" fmla="*/ 0 w 1108075"/>
                <a:gd name="csY4" fmla="*/ 457201 h 914401"/>
                <a:gd name="csX0" fmla="*/ 7 w 1108082"/>
                <a:gd name="csY0" fmla="*/ 336552 h 793752"/>
                <a:gd name="csX1" fmla="*/ 447682 w 1108082"/>
                <a:gd name="csY1" fmla="*/ 2 h 793752"/>
                <a:gd name="csX2" fmla="*/ 1108082 w 1108082"/>
                <a:gd name="csY2" fmla="*/ 339727 h 793752"/>
                <a:gd name="csX3" fmla="*/ 457207 w 1108082"/>
                <a:gd name="csY3" fmla="*/ 793752 h 793752"/>
                <a:gd name="csX4" fmla="*/ 7 w 1108082"/>
                <a:gd name="csY4" fmla="*/ 336552 h 793752"/>
                <a:gd name="csX0" fmla="*/ 19 w 1108094"/>
                <a:gd name="csY0" fmla="*/ 336551 h 660403"/>
                <a:gd name="csX1" fmla="*/ 447694 w 1108094"/>
                <a:gd name="csY1" fmla="*/ 1 h 660403"/>
                <a:gd name="csX2" fmla="*/ 1108094 w 1108094"/>
                <a:gd name="csY2" fmla="*/ 339726 h 660403"/>
                <a:gd name="csX3" fmla="*/ 463569 w 1108094"/>
                <a:gd name="csY3" fmla="*/ 660401 h 660403"/>
                <a:gd name="csX4" fmla="*/ 19 w 1108094"/>
                <a:gd name="csY4" fmla="*/ 336551 h 660403"/>
                <a:gd name="csX0" fmla="*/ 45 w 927145"/>
                <a:gd name="csY0" fmla="*/ 304923 h 660795"/>
                <a:gd name="csX1" fmla="*/ 266745 w 927145"/>
                <a:gd name="csY1" fmla="*/ 123 h 660795"/>
                <a:gd name="csX2" fmla="*/ 927145 w 927145"/>
                <a:gd name="csY2" fmla="*/ 339848 h 660795"/>
                <a:gd name="csX3" fmla="*/ 282620 w 927145"/>
                <a:gd name="csY3" fmla="*/ 660523 h 660795"/>
                <a:gd name="csX4" fmla="*/ 45 w 927145"/>
                <a:gd name="csY4" fmla="*/ 304923 h 6607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27145" h="660795">
                  <a:moveTo>
                    <a:pt x="45" y="304923"/>
                  </a:moveTo>
                  <a:cubicBezTo>
                    <a:pt x="-2601" y="194856"/>
                    <a:pt x="112228" y="-5698"/>
                    <a:pt x="266745" y="123"/>
                  </a:cubicBezTo>
                  <a:cubicBezTo>
                    <a:pt x="421262" y="5944"/>
                    <a:pt x="723945" y="128618"/>
                    <a:pt x="927145" y="339848"/>
                  </a:cubicBezTo>
                  <a:cubicBezTo>
                    <a:pt x="711245" y="579653"/>
                    <a:pt x="437137" y="666344"/>
                    <a:pt x="282620" y="660523"/>
                  </a:cubicBezTo>
                  <a:cubicBezTo>
                    <a:pt x="128103" y="654702"/>
                    <a:pt x="2691" y="414990"/>
                    <a:pt x="45" y="304923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34" name="円/楕円 1031">
              <a:extLst>
                <a:ext uri="{FF2B5EF4-FFF2-40B4-BE49-F238E27FC236}">
                  <a16:creationId xmlns:a16="http://schemas.microsoft.com/office/drawing/2014/main" id="{8D072533-EAF5-E79A-E3D6-1B88CDCC6303}"/>
                </a:ext>
              </a:extLst>
            </p:cNvPr>
            <p:cNvSpPr>
              <a:spLocks noChangeAspect="1"/>
            </p:cNvSpPr>
            <p:nvPr/>
          </p:nvSpPr>
          <p:spPr>
            <a:xfrm rot="19006113">
              <a:off x="669521" y="5302552"/>
              <a:ext cx="71802" cy="51175"/>
            </a:xfrm>
            <a:custGeom>
              <a:avLst/>
              <a:gdLst>
                <a:gd name="csX0" fmla="*/ 0 w 914400"/>
                <a:gd name="csY0" fmla="*/ 457200 h 914400"/>
                <a:gd name="csX1" fmla="*/ 457200 w 914400"/>
                <a:gd name="csY1" fmla="*/ 0 h 914400"/>
                <a:gd name="csX2" fmla="*/ 914400 w 914400"/>
                <a:gd name="csY2" fmla="*/ 457200 h 914400"/>
                <a:gd name="csX3" fmla="*/ 457200 w 914400"/>
                <a:gd name="csY3" fmla="*/ 914400 h 914400"/>
                <a:gd name="csX4" fmla="*/ 0 w 914400"/>
                <a:gd name="csY4" fmla="*/ 457200 h 914400"/>
                <a:gd name="csX0" fmla="*/ 0 w 1108075"/>
                <a:gd name="csY0" fmla="*/ 457201 h 914402"/>
                <a:gd name="csX1" fmla="*/ 457200 w 1108075"/>
                <a:gd name="csY1" fmla="*/ 1 h 914402"/>
                <a:gd name="csX2" fmla="*/ 1108075 w 1108075"/>
                <a:gd name="csY2" fmla="*/ 460376 h 914402"/>
                <a:gd name="csX3" fmla="*/ 457200 w 1108075"/>
                <a:gd name="csY3" fmla="*/ 914401 h 914402"/>
                <a:gd name="csX4" fmla="*/ 0 w 1108075"/>
                <a:gd name="csY4" fmla="*/ 457201 h 914402"/>
                <a:gd name="csX0" fmla="*/ 0 w 1108075"/>
                <a:gd name="csY0" fmla="*/ 457201 h 914402"/>
                <a:gd name="csX1" fmla="*/ 457200 w 1108075"/>
                <a:gd name="csY1" fmla="*/ 1 h 914402"/>
                <a:gd name="csX2" fmla="*/ 1108075 w 1108075"/>
                <a:gd name="csY2" fmla="*/ 460376 h 914402"/>
                <a:gd name="csX3" fmla="*/ 457200 w 1108075"/>
                <a:gd name="csY3" fmla="*/ 914401 h 914402"/>
                <a:gd name="csX4" fmla="*/ 0 w 1108075"/>
                <a:gd name="csY4" fmla="*/ 457201 h 914402"/>
                <a:gd name="csX0" fmla="*/ 0 w 1108075"/>
                <a:gd name="csY0" fmla="*/ 457201 h 914401"/>
                <a:gd name="csX1" fmla="*/ 457200 w 1108075"/>
                <a:gd name="csY1" fmla="*/ 1 h 914401"/>
                <a:gd name="csX2" fmla="*/ 1108075 w 1108075"/>
                <a:gd name="csY2" fmla="*/ 460376 h 914401"/>
                <a:gd name="csX3" fmla="*/ 457200 w 1108075"/>
                <a:gd name="csY3" fmla="*/ 914401 h 914401"/>
                <a:gd name="csX4" fmla="*/ 0 w 1108075"/>
                <a:gd name="csY4" fmla="*/ 457201 h 914401"/>
                <a:gd name="csX0" fmla="*/ 7 w 1108082"/>
                <a:gd name="csY0" fmla="*/ 336552 h 793752"/>
                <a:gd name="csX1" fmla="*/ 447682 w 1108082"/>
                <a:gd name="csY1" fmla="*/ 2 h 793752"/>
                <a:gd name="csX2" fmla="*/ 1108082 w 1108082"/>
                <a:gd name="csY2" fmla="*/ 339727 h 793752"/>
                <a:gd name="csX3" fmla="*/ 457207 w 1108082"/>
                <a:gd name="csY3" fmla="*/ 793752 h 793752"/>
                <a:gd name="csX4" fmla="*/ 7 w 1108082"/>
                <a:gd name="csY4" fmla="*/ 336552 h 793752"/>
                <a:gd name="csX0" fmla="*/ 19 w 1108094"/>
                <a:gd name="csY0" fmla="*/ 336551 h 660403"/>
                <a:gd name="csX1" fmla="*/ 447694 w 1108094"/>
                <a:gd name="csY1" fmla="*/ 1 h 660403"/>
                <a:gd name="csX2" fmla="*/ 1108094 w 1108094"/>
                <a:gd name="csY2" fmla="*/ 339726 h 660403"/>
                <a:gd name="csX3" fmla="*/ 463569 w 1108094"/>
                <a:gd name="csY3" fmla="*/ 660401 h 660403"/>
                <a:gd name="csX4" fmla="*/ 19 w 1108094"/>
                <a:gd name="csY4" fmla="*/ 336551 h 660403"/>
                <a:gd name="csX0" fmla="*/ 45 w 927145"/>
                <a:gd name="csY0" fmla="*/ 304923 h 660795"/>
                <a:gd name="csX1" fmla="*/ 266745 w 927145"/>
                <a:gd name="csY1" fmla="*/ 123 h 660795"/>
                <a:gd name="csX2" fmla="*/ 927145 w 927145"/>
                <a:gd name="csY2" fmla="*/ 339848 h 660795"/>
                <a:gd name="csX3" fmla="*/ 282620 w 927145"/>
                <a:gd name="csY3" fmla="*/ 660523 h 660795"/>
                <a:gd name="csX4" fmla="*/ 45 w 927145"/>
                <a:gd name="csY4" fmla="*/ 304923 h 6607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27145" h="660795">
                  <a:moveTo>
                    <a:pt x="45" y="304923"/>
                  </a:moveTo>
                  <a:cubicBezTo>
                    <a:pt x="-2601" y="194856"/>
                    <a:pt x="112228" y="-5698"/>
                    <a:pt x="266745" y="123"/>
                  </a:cubicBezTo>
                  <a:cubicBezTo>
                    <a:pt x="421262" y="5944"/>
                    <a:pt x="723945" y="128618"/>
                    <a:pt x="927145" y="339848"/>
                  </a:cubicBezTo>
                  <a:cubicBezTo>
                    <a:pt x="711245" y="579653"/>
                    <a:pt x="437137" y="666344"/>
                    <a:pt x="282620" y="660523"/>
                  </a:cubicBezTo>
                  <a:cubicBezTo>
                    <a:pt x="128103" y="654702"/>
                    <a:pt x="2691" y="414990"/>
                    <a:pt x="45" y="304923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35" name="円弧 1034">
              <a:extLst>
                <a:ext uri="{FF2B5EF4-FFF2-40B4-BE49-F238E27FC236}">
                  <a16:creationId xmlns:a16="http://schemas.microsoft.com/office/drawing/2014/main" id="{9240C7BC-3A3D-DE80-B061-A673539991B0}"/>
                </a:ext>
              </a:extLst>
            </p:cNvPr>
            <p:cNvSpPr/>
            <p:nvPr/>
          </p:nvSpPr>
          <p:spPr>
            <a:xfrm rot="4410489">
              <a:off x="899461" y="4846190"/>
              <a:ext cx="250009" cy="335445"/>
            </a:xfrm>
            <a:prstGeom prst="arc">
              <a:avLst>
                <a:gd name="adj1" fmla="val 18337701"/>
                <a:gd name="adj2" fmla="val 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36" name="円弧 1035">
              <a:extLst>
                <a:ext uri="{FF2B5EF4-FFF2-40B4-BE49-F238E27FC236}">
                  <a16:creationId xmlns:a16="http://schemas.microsoft.com/office/drawing/2014/main" id="{1384528E-675E-4A02-F67E-797E068E49F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63105" y="5003180"/>
              <a:ext cx="108000" cy="108000"/>
            </a:xfrm>
            <a:prstGeom prst="arc">
              <a:avLst>
                <a:gd name="adj1" fmla="val 11581598"/>
                <a:gd name="adj2" fmla="val 19112092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37" name="円弧 1036">
              <a:extLst>
                <a:ext uri="{FF2B5EF4-FFF2-40B4-BE49-F238E27FC236}">
                  <a16:creationId xmlns:a16="http://schemas.microsoft.com/office/drawing/2014/main" id="{1177E2EE-D6AA-0422-64A2-0422D160D02D}"/>
                </a:ext>
              </a:extLst>
            </p:cNvPr>
            <p:cNvSpPr>
              <a:spLocks noChangeAspect="1"/>
            </p:cNvSpPr>
            <p:nvPr/>
          </p:nvSpPr>
          <p:spPr>
            <a:xfrm rot="7869078">
              <a:off x="1127030" y="5006305"/>
              <a:ext cx="108000" cy="108000"/>
            </a:xfrm>
            <a:prstGeom prst="arc">
              <a:avLst>
                <a:gd name="adj1" fmla="val 5859821"/>
                <a:gd name="adj2" fmla="val 17649342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pic>
        <p:nvPicPr>
          <p:cNvPr id="1039" name="グラフィックス 1038" descr="翼の付いたお金 単色塗りつぶし">
            <a:extLst>
              <a:ext uri="{FF2B5EF4-FFF2-40B4-BE49-F238E27FC236}">
                <a16:creationId xmlns:a16="http://schemas.microsoft.com/office/drawing/2014/main" id="{313E8E13-F03E-8B3D-E30C-F13392F594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36371" y="5103668"/>
            <a:ext cx="750024" cy="750024"/>
          </a:xfrm>
          <a:prstGeom prst="rect">
            <a:avLst/>
          </a:prstGeom>
        </p:spPr>
      </p:pic>
      <p:pic>
        <p:nvPicPr>
          <p:cNvPr id="1041" name="グラフィックス 1040" descr="コンピューター 単色塗りつぶし">
            <a:extLst>
              <a:ext uri="{FF2B5EF4-FFF2-40B4-BE49-F238E27FC236}">
                <a16:creationId xmlns:a16="http://schemas.microsoft.com/office/drawing/2014/main" id="{37B48C3F-8B6D-EF67-8766-8B5B34175D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053181" y="743900"/>
            <a:ext cx="755771" cy="755771"/>
          </a:xfrm>
          <a:prstGeom prst="rect">
            <a:avLst/>
          </a:prstGeom>
        </p:spPr>
      </p:pic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CD26AF3F-1464-E3D5-D11E-0C4ABA20AD69}"/>
              </a:ext>
            </a:extLst>
          </p:cNvPr>
          <p:cNvGrpSpPr/>
          <p:nvPr/>
        </p:nvGrpSpPr>
        <p:grpSpPr>
          <a:xfrm>
            <a:off x="4500520" y="4978748"/>
            <a:ext cx="939737" cy="1276363"/>
            <a:chOff x="5387253" y="4532026"/>
            <a:chExt cx="939737" cy="1276363"/>
          </a:xfrm>
        </p:grpSpPr>
        <p:sp>
          <p:nvSpPr>
            <p:cNvPr id="1044" name="円/楕円 1043">
              <a:extLst>
                <a:ext uri="{FF2B5EF4-FFF2-40B4-BE49-F238E27FC236}">
                  <a16:creationId xmlns:a16="http://schemas.microsoft.com/office/drawing/2014/main" id="{4818A777-67BC-848E-843D-C79B87EED73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33211" y="4901904"/>
              <a:ext cx="249558" cy="24955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45" name="角丸四角形 1044">
              <a:extLst>
                <a:ext uri="{FF2B5EF4-FFF2-40B4-BE49-F238E27FC236}">
                  <a16:creationId xmlns:a16="http://schemas.microsoft.com/office/drawing/2014/main" id="{2BCF8AAC-12D7-51F8-4CF8-B65F5DDD96EF}"/>
                </a:ext>
              </a:extLst>
            </p:cNvPr>
            <p:cNvSpPr/>
            <p:nvPr/>
          </p:nvSpPr>
          <p:spPr>
            <a:xfrm rot="3872528">
              <a:off x="5904783" y="5253584"/>
              <a:ext cx="442071" cy="174192"/>
            </a:xfrm>
            <a:prstGeom prst="roundRect">
              <a:avLst>
                <a:gd name="adj" fmla="val 4366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46" name="角丸四角形 1045">
              <a:extLst>
                <a:ext uri="{FF2B5EF4-FFF2-40B4-BE49-F238E27FC236}">
                  <a16:creationId xmlns:a16="http://schemas.microsoft.com/office/drawing/2014/main" id="{18A062EB-E2C2-8B1D-3B12-27C2355CE076}"/>
                </a:ext>
              </a:extLst>
            </p:cNvPr>
            <p:cNvSpPr/>
            <p:nvPr/>
          </p:nvSpPr>
          <p:spPr>
            <a:xfrm>
              <a:off x="5956637" y="5459527"/>
              <a:ext cx="311226" cy="98923"/>
            </a:xfrm>
            <a:prstGeom prst="roundRect">
              <a:avLst>
                <a:gd name="adj" fmla="val 4366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47" name="角丸四角形 1046">
              <a:extLst>
                <a:ext uri="{FF2B5EF4-FFF2-40B4-BE49-F238E27FC236}">
                  <a16:creationId xmlns:a16="http://schemas.microsoft.com/office/drawing/2014/main" id="{0F5F0080-4B12-9CB0-C121-DBD26FA94723}"/>
                </a:ext>
              </a:extLst>
            </p:cNvPr>
            <p:cNvSpPr/>
            <p:nvPr/>
          </p:nvSpPr>
          <p:spPr>
            <a:xfrm rot="16200000">
              <a:off x="5842363" y="5589471"/>
              <a:ext cx="328374" cy="109462"/>
            </a:xfrm>
            <a:prstGeom prst="roundRect">
              <a:avLst>
                <a:gd name="adj" fmla="val 4366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48" name="角丸四角形 1047">
              <a:extLst>
                <a:ext uri="{FF2B5EF4-FFF2-40B4-BE49-F238E27FC236}">
                  <a16:creationId xmlns:a16="http://schemas.microsoft.com/office/drawing/2014/main" id="{6249D288-CA6C-4DBE-EBBB-F724D752B5C9}"/>
                </a:ext>
              </a:extLst>
            </p:cNvPr>
            <p:cNvSpPr/>
            <p:nvPr/>
          </p:nvSpPr>
          <p:spPr>
            <a:xfrm rot="18565487">
              <a:off x="5561362" y="5483121"/>
              <a:ext cx="466195" cy="45719"/>
            </a:xfrm>
            <a:prstGeom prst="roundRect">
              <a:avLst>
                <a:gd name="adj" fmla="val 4366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49" name="フローチャート: 論理積ゲート 1048">
              <a:extLst>
                <a:ext uri="{FF2B5EF4-FFF2-40B4-BE49-F238E27FC236}">
                  <a16:creationId xmlns:a16="http://schemas.microsoft.com/office/drawing/2014/main" id="{49B19A86-ECE0-9EEA-81C0-B86D145F0892}"/>
                </a:ext>
              </a:extLst>
            </p:cNvPr>
            <p:cNvSpPr/>
            <p:nvPr/>
          </p:nvSpPr>
          <p:spPr>
            <a:xfrm rot="7901878">
              <a:off x="5553359" y="5618190"/>
              <a:ext cx="158810" cy="149882"/>
            </a:xfrm>
            <a:prstGeom prst="flowChartDelay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50" name="アーチ 1049">
              <a:extLst>
                <a:ext uri="{FF2B5EF4-FFF2-40B4-BE49-F238E27FC236}">
                  <a16:creationId xmlns:a16="http://schemas.microsoft.com/office/drawing/2014/main" id="{DD970E1A-DBD7-F91A-6E40-39557FD3D4C6}"/>
                </a:ext>
              </a:extLst>
            </p:cNvPr>
            <p:cNvSpPr>
              <a:spLocks noChangeAspect="1"/>
            </p:cNvSpPr>
            <p:nvPr/>
          </p:nvSpPr>
          <p:spPr>
            <a:xfrm rot="5830448">
              <a:off x="5387253" y="4738526"/>
              <a:ext cx="777421" cy="777421"/>
            </a:xfrm>
            <a:prstGeom prst="blockArc">
              <a:avLst>
                <a:gd name="adj1" fmla="val 17691001"/>
                <a:gd name="adj2" fmla="val 20986681"/>
                <a:gd name="adj3" fmla="val 9431"/>
              </a:avLst>
            </a:prstGeom>
            <a:solidFill>
              <a:schemeClr val="tx1"/>
            </a:solidFill>
            <a:ln>
              <a:solidFill>
                <a:srgbClr val="E8E8E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051" name="角丸四角形 1050">
              <a:extLst>
                <a:ext uri="{FF2B5EF4-FFF2-40B4-BE49-F238E27FC236}">
                  <a16:creationId xmlns:a16="http://schemas.microsoft.com/office/drawing/2014/main" id="{8B8AC3C6-412E-5D44-E70D-DF078335A06E}"/>
                </a:ext>
              </a:extLst>
            </p:cNvPr>
            <p:cNvSpPr/>
            <p:nvPr/>
          </p:nvSpPr>
          <p:spPr>
            <a:xfrm rot="3521820">
              <a:off x="6121916" y="5579363"/>
              <a:ext cx="311226" cy="98923"/>
            </a:xfrm>
            <a:prstGeom prst="roundRect">
              <a:avLst>
                <a:gd name="adj" fmla="val 4366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52" name="円/楕円 1051">
              <a:extLst>
                <a:ext uri="{FF2B5EF4-FFF2-40B4-BE49-F238E27FC236}">
                  <a16:creationId xmlns:a16="http://schemas.microsoft.com/office/drawing/2014/main" id="{FF7F50E8-ED3D-45B6-19AE-44552762B49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28580" y="5712363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53" name="円/楕円 1052">
              <a:extLst>
                <a:ext uri="{FF2B5EF4-FFF2-40B4-BE49-F238E27FC236}">
                  <a16:creationId xmlns:a16="http://schemas.microsoft.com/office/drawing/2014/main" id="{05F33017-5ED8-D73E-B877-3CE9FFA6790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54894" y="5726844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54" name="円/楕円 1053">
              <a:extLst>
                <a:ext uri="{FF2B5EF4-FFF2-40B4-BE49-F238E27FC236}">
                  <a16:creationId xmlns:a16="http://schemas.microsoft.com/office/drawing/2014/main" id="{42DC3349-B839-7CCC-E3D4-CBC52269FA2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83104" y="5739363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55" name="円/楕円 1054">
              <a:extLst>
                <a:ext uri="{FF2B5EF4-FFF2-40B4-BE49-F238E27FC236}">
                  <a16:creationId xmlns:a16="http://schemas.microsoft.com/office/drawing/2014/main" id="{EF677AC2-CADF-1A57-2124-5A36F82851C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18343" y="5753844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56" name="円/楕円 1055">
              <a:extLst>
                <a:ext uri="{FF2B5EF4-FFF2-40B4-BE49-F238E27FC236}">
                  <a16:creationId xmlns:a16="http://schemas.microsoft.com/office/drawing/2014/main" id="{7B3F8A21-F6AA-618A-002D-FA3D96FB22A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01318" y="5733484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57" name="円/楕円 1056">
              <a:extLst>
                <a:ext uri="{FF2B5EF4-FFF2-40B4-BE49-F238E27FC236}">
                  <a16:creationId xmlns:a16="http://schemas.microsoft.com/office/drawing/2014/main" id="{A9EC3FCC-24AC-15D2-083D-8C78A48BAE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72683" y="5754134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58" name="円/楕円 1057">
              <a:extLst>
                <a:ext uri="{FF2B5EF4-FFF2-40B4-BE49-F238E27FC236}">
                  <a16:creationId xmlns:a16="http://schemas.microsoft.com/office/drawing/2014/main" id="{C9069207-29BC-420D-1090-6A570BA8C7A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11097" y="5726844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59" name="円/楕円 1058">
              <a:extLst>
                <a:ext uri="{FF2B5EF4-FFF2-40B4-BE49-F238E27FC236}">
                  <a16:creationId xmlns:a16="http://schemas.microsoft.com/office/drawing/2014/main" id="{6DF294CB-67B7-90F0-4CF5-A7994BB07B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45284" y="5743664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60" name="円/楕円 1059">
              <a:extLst>
                <a:ext uri="{FF2B5EF4-FFF2-40B4-BE49-F238E27FC236}">
                  <a16:creationId xmlns:a16="http://schemas.microsoft.com/office/drawing/2014/main" id="{8962A8F7-3D42-BAC7-2BA4-6EA7857636A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92838" y="5743664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61" name="円/楕円 1060">
              <a:extLst>
                <a:ext uri="{FF2B5EF4-FFF2-40B4-BE49-F238E27FC236}">
                  <a16:creationId xmlns:a16="http://schemas.microsoft.com/office/drawing/2014/main" id="{5E8F907A-98C9-87DC-87DD-F1559C6547B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25812" y="5748271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62" name="円/楕円 1061">
              <a:extLst>
                <a:ext uri="{FF2B5EF4-FFF2-40B4-BE49-F238E27FC236}">
                  <a16:creationId xmlns:a16="http://schemas.microsoft.com/office/drawing/2014/main" id="{38666A36-BF32-C637-8026-71F8144DE1B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63179" y="5751624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63" name="円/楕円 1062">
              <a:extLst>
                <a:ext uri="{FF2B5EF4-FFF2-40B4-BE49-F238E27FC236}">
                  <a16:creationId xmlns:a16="http://schemas.microsoft.com/office/drawing/2014/main" id="{F7D90D64-D7B6-4262-2A6B-AA51550A5CE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36333" y="5747965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64" name="円/楕円 1063">
              <a:extLst>
                <a:ext uri="{FF2B5EF4-FFF2-40B4-BE49-F238E27FC236}">
                  <a16:creationId xmlns:a16="http://schemas.microsoft.com/office/drawing/2014/main" id="{43A2684C-39E7-4113-6E40-88B1DC4132D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66719" y="5747965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65" name="円/楕円 1064">
              <a:extLst>
                <a:ext uri="{FF2B5EF4-FFF2-40B4-BE49-F238E27FC236}">
                  <a16:creationId xmlns:a16="http://schemas.microsoft.com/office/drawing/2014/main" id="{A5FD9CCA-2966-C30D-0495-E250263F0A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03882" y="5749924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66" name="円/楕円 1065">
              <a:extLst>
                <a:ext uri="{FF2B5EF4-FFF2-40B4-BE49-F238E27FC236}">
                  <a16:creationId xmlns:a16="http://schemas.microsoft.com/office/drawing/2014/main" id="{0AE1C38E-585A-CB77-DCD5-5FD6AC99A19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20099" y="5750575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067" name="直線コネクタ 1066">
              <a:extLst>
                <a:ext uri="{FF2B5EF4-FFF2-40B4-BE49-F238E27FC236}">
                  <a16:creationId xmlns:a16="http://schemas.microsoft.com/office/drawing/2014/main" id="{70F413A3-06FA-86AF-F9A0-5F43837C6BC3}"/>
                </a:ext>
              </a:extLst>
            </p:cNvPr>
            <p:cNvCxnSpPr>
              <a:cxnSpLocks/>
            </p:cNvCxnSpPr>
            <p:nvPr/>
          </p:nvCxnSpPr>
          <p:spPr>
            <a:xfrm>
              <a:off x="5469839" y="5798197"/>
              <a:ext cx="405067" cy="132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68" name="円/楕円 1067">
              <a:extLst>
                <a:ext uri="{FF2B5EF4-FFF2-40B4-BE49-F238E27FC236}">
                  <a16:creationId xmlns:a16="http://schemas.microsoft.com/office/drawing/2014/main" id="{2546819C-3476-4312-3490-C9B8FB75E47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80038" y="5750575"/>
              <a:ext cx="54000" cy="5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076" name="グラフィックス 1075" descr="ライト: オン 単色塗りつぶし">
              <a:extLst>
                <a:ext uri="{FF2B5EF4-FFF2-40B4-BE49-F238E27FC236}">
                  <a16:creationId xmlns:a16="http://schemas.microsoft.com/office/drawing/2014/main" id="{BF9CD34B-5284-2D51-720F-3158AB87E6F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771112" y="4532026"/>
              <a:ext cx="350754" cy="350754"/>
            </a:xfrm>
            <a:prstGeom prst="rect">
              <a:avLst/>
            </a:prstGeom>
          </p:spPr>
        </p:pic>
      </p:grp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F9593DC-546D-F7D0-2092-400E8DDF0F30}"/>
              </a:ext>
            </a:extLst>
          </p:cNvPr>
          <p:cNvSpPr txBox="1"/>
          <p:nvPr/>
        </p:nvSpPr>
        <p:spPr>
          <a:xfrm>
            <a:off x="9044153" y="3480418"/>
            <a:ext cx="29288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Acquisition Function Design</a:t>
            </a:r>
          </a:p>
        </p:txBody>
      </p:sp>
      <p:sp>
        <p:nvSpPr>
          <p:cNvPr id="9" name="角丸四角形 8">
            <a:extLst>
              <a:ext uri="{FF2B5EF4-FFF2-40B4-BE49-F238E27FC236}">
                <a16:creationId xmlns:a16="http://schemas.microsoft.com/office/drawing/2014/main" id="{A7312EDB-466F-6DC5-763C-46EF1DECC9A2}"/>
              </a:ext>
            </a:extLst>
          </p:cNvPr>
          <p:cNvSpPr/>
          <p:nvPr/>
        </p:nvSpPr>
        <p:spPr>
          <a:xfrm>
            <a:off x="5341751" y="3481456"/>
            <a:ext cx="2353644" cy="1866624"/>
          </a:xfrm>
          <a:prstGeom prst="roundRect">
            <a:avLst>
              <a:gd name="adj" fmla="val 10040"/>
            </a:avLst>
          </a:prstGeom>
          <a:solidFill>
            <a:srgbClr val="E5EE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77" name="図 1076">
            <a:extLst>
              <a:ext uri="{FF2B5EF4-FFF2-40B4-BE49-F238E27FC236}">
                <a16:creationId xmlns:a16="http://schemas.microsoft.com/office/drawing/2014/main" id="{91338962-8046-F2BE-513E-56F5A409DDFD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6944" t="15305" r="6813" b="11298"/>
          <a:stretch>
            <a:fillRect/>
          </a:stretch>
        </p:blipFill>
        <p:spPr>
          <a:xfrm>
            <a:off x="5777682" y="4131230"/>
            <a:ext cx="1370137" cy="1166070"/>
          </a:xfrm>
          <a:prstGeom prst="rect">
            <a:avLst/>
          </a:prstGeom>
        </p:spPr>
      </p:pic>
      <p:sp>
        <p:nvSpPr>
          <p:cNvPr id="10" name="片側の 2 つの角を丸めた四角形 9">
            <a:extLst>
              <a:ext uri="{FF2B5EF4-FFF2-40B4-BE49-F238E27FC236}">
                <a16:creationId xmlns:a16="http://schemas.microsoft.com/office/drawing/2014/main" id="{72EAED61-6CA3-9C40-B909-BBEDB8353EC2}"/>
              </a:ext>
            </a:extLst>
          </p:cNvPr>
          <p:cNvSpPr/>
          <p:nvPr/>
        </p:nvSpPr>
        <p:spPr>
          <a:xfrm>
            <a:off x="5341752" y="3472029"/>
            <a:ext cx="2353644" cy="369332"/>
          </a:xfrm>
          <a:prstGeom prst="round2SameRect">
            <a:avLst>
              <a:gd name="adj1" fmla="val 50000"/>
              <a:gd name="adj2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1426D52-8E73-7052-F613-203B9D3B3372}"/>
              </a:ext>
            </a:extLst>
          </p:cNvPr>
          <p:cNvSpPr txBox="1"/>
          <p:nvPr/>
        </p:nvSpPr>
        <p:spPr>
          <a:xfrm>
            <a:off x="5341750" y="3487904"/>
            <a:ext cx="23536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kumimoji="1" lang="en-US" altLang="ja-JP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Additional Sampling</a:t>
            </a:r>
          </a:p>
        </p:txBody>
      </p:sp>
      <p:pic>
        <p:nvPicPr>
          <p:cNvPr id="1079" name="グラフィックス 1078" descr="虫眼鏡で見た虫 単色塗りつぶし">
            <a:extLst>
              <a:ext uri="{FF2B5EF4-FFF2-40B4-BE49-F238E27FC236}">
                <a16:creationId xmlns:a16="http://schemas.microsoft.com/office/drawing/2014/main" id="{A6F7C5E4-8154-9E2A-6623-6A659D85FC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95072" y="4323476"/>
            <a:ext cx="337680" cy="337680"/>
          </a:xfrm>
          <a:prstGeom prst="rect">
            <a:avLst/>
          </a:prstGeom>
        </p:spPr>
      </p:pic>
      <p:sp>
        <p:nvSpPr>
          <p:cNvPr id="1080" name="円/楕円 1079">
            <a:extLst>
              <a:ext uri="{FF2B5EF4-FFF2-40B4-BE49-F238E27FC236}">
                <a16:creationId xmlns:a16="http://schemas.microsoft.com/office/drawing/2014/main" id="{F8CD7539-21A5-8504-2921-395D2C53CE14}"/>
              </a:ext>
            </a:extLst>
          </p:cNvPr>
          <p:cNvSpPr>
            <a:spLocks noChangeAspect="1"/>
          </p:cNvSpPr>
          <p:nvPr/>
        </p:nvSpPr>
        <p:spPr>
          <a:xfrm>
            <a:off x="6726268" y="4390417"/>
            <a:ext cx="142875" cy="142875"/>
          </a:xfrm>
          <a:prstGeom prst="ellipse">
            <a:avLst/>
          </a:prstGeom>
          <a:solidFill>
            <a:srgbClr val="B8D6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1" name="正方形/長方形 1080">
            <a:extLst>
              <a:ext uri="{FF2B5EF4-FFF2-40B4-BE49-F238E27FC236}">
                <a16:creationId xmlns:a16="http://schemas.microsoft.com/office/drawing/2014/main" id="{39524C61-5773-2AD5-B891-C7616945C62F}"/>
              </a:ext>
            </a:extLst>
          </p:cNvPr>
          <p:cNvSpPr>
            <a:spLocks noChangeAspect="1"/>
          </p:cNvSpPr>
          <p:nvPr/>
        </p:nvSpPr>
        <p:spPr>
          <a:xfrm rot="18889017">
            <a:off x="6777828" y="4434533"/>
            <a:ext cx="45719" cy="45719"/>
          </a:xfrm>
          <a:prstGeom prst="rect">
            <a:avLst/>
          </a:prstGeom>
          <a:solidFill>
            <a:srgbClr val="FF6600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0C49C867-4487-E945-06F2-CEAD3FBFEF1B}"/>
              </a:ext>
            </a:extLst>
          </p:cNvPr>
          <p:cNvSpPr/>
          <p:nvPr/>
        </p:nvSpPr>
        <p:spPr>
          <a:xfrm rot="21276273">
            <a:off x="6264188" y="1371507"/>
            <a:ext cx="152762" cy="1174862"/>
          </a:xfrm>
          <a:prstGeom prst="rect">
            <a:avLst/>
          </a:prstGeom>
          <a:solidFill>
            <a:srgbClr val="E5EE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9848B79-7645-983A-91E3-FD22CC0759EA}"/>
              </a:ext>
            </a:extLst>
          </p:cNvPr>
          <p:cNvSpPr/>
          <p:nvPr/>
        </p:nvSpPr>
        <p:spPr>
          <a:xfrm rot="315529">
            <a:off x="4840237" y="1371390"/>
            <a:ext cx="152762" cy="1202921"/>
          </a:xfrm>
          <a:prstGeom prst="rect">
            <a:avLst/>
          </a:prstGeom>
          <a:solidFill>
            <a:srgbClr val="E5EE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1175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6698</TotalTime>
  <Words>62</Words>
  <Application>Microsoft Macintosh PowerPoint</Application>
  <PresentationFormat>ワイド画面</PresentationFormat>
  <Paragraphs>14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SHIGYO Nobuhiko(執行　宣彦)</dc:creator>
  <cp:lastModifiedBy>執行 宣彦</cp:lastModifiedBy>
  <cp:revision>8</cp:revision>
  <dcterms:created xsi:type="dcterms:W3CDTF">2025-12-04T03:56:34Z</dcterms:created>
  <dcterms:modified xsi:type="dcterms:W3CDTF">2026-04-22T01:28:03Z</dcterms:modified>
</cp:coreProperties>
</file>