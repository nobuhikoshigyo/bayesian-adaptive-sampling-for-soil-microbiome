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3" userDrawn="1">
          <p15:clr>
            <a:srgbClr val="A4A3A4"/>
          </p15:clr>
        </p15:guide>
        <p15:guide id="2" pos="3863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9E9E9"/>
    <a:srgbClr val="E6EEFA"/>
    <a:srgbClr val="1A6081"/>
    <a:srgbClr val="E5EEF9"/>
    <a:srgbClr val="FF6600"/>
    <a:srgbClr val="B8D6A4"/>
    <a:srgbClr val="EA7132"/>
    <a:srgbClr val="E8E8E8"/>
    <a:srgbClr val="C8E2F1"/>
    <a:srgbClr val="C5DEC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 horzBarState="maximized">
    <p:restoredLeft sz="8898"/>
    <p:restoredTop sz="94618"/>
  </p:normalViewPr>
  <p:slideViewPr>
    <p:cSldViewPr snapToGrid="0" showGuides="1">
      <p:cViewPr varScale="1">
        <p:scale>
          <a:sx n="71" d="100"/>
          <a:sy n="71" d="100"/>
        </p:scale>
        <p:origin x="879" y="51"/>
      </p:cViewPr>
      <p:guideLst>
        <p:guide orient="horz" pos="2183"/>
        <p:guide pos="386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0C1644-9EAB-6842-ACE8-722D02F6BB62}" type="datetimeFigureOut">
              <a:rPr kumimoji="1" lang="ja-JP" altLang="en-US" smtClean="0"/>
              <a:t>2026/10/3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470293-47D4-3C49-B49F-9E79EE8DA02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065216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6CB7A6A-17F7-4F6E-246A-67FE67F54C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5704E63C-ABF8-0324-5383-0E1B64C46F3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4313137-BC99-807E-0B9D-5D50DAE8FE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9A04E9-7A66-8C4B-8454-F4A2D18C006C}" type="datetimeFigureOut">
              <a:rPr kumimoji="1" lang="ja-JP" altLang="en-US" smtClean="0"/>
              <a:t>2026/10/3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BD5C172-7520-5A19-6878-05A75A3716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74BF779-2453-0191-F391-6FA28A376E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FAC73D-7531-124E-9271-C1102E8350A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080754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0862037-A74D-EACE-D92F-2B5C98D87E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4A6A552-5DF8-ABD8-CC17-84E7B35777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0643A14-5E5F-1232-9345-30F6A56A2F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9A04E9-7A66-8C4B-8454-F4A2D18C006C}" type="datetimeFigureOut">
              <a:rPr kumimoji="1" lang="ja-JP" altLang="en-US" smtClean="0"/>
              <a:t>2026/10/3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1588BEC-5803-EF6C-BAA2-05F06D1846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0817F2F-57A7-7BED-1389-287DCA1166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FAC73D-7531-124E-9271-C1102E8350A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45447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52901E6-67B9-51C6-2651-898C8EE546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8C6F26-DE0E-D141-A789-FF9186754B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A2C2C69-B255-EBEA-F5A4-92939227F1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9A04E9-7A66-8C4B-8454-F4A2D18C006C}" type="datetimeFigureOut">
              <a:rPr kumimoji="1" lang="ja-JP" altLang="en-US" smtClean="0"/>
              <a:t>2026/10/3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E97609B-0915-AB31-84AF-AD19D47E96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88BFF6A-1E23-685C-2D82-BDAE2F7C22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FAC73D-7531-124E-9271-C1102E8350A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524248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1617EA9-90FD-C168-EF00-92A5239191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05DB1C7-FC4E-7D38-35A9-927DBA62853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2CD2ED82-5F6D-064D-D1F2-36B34BD2D6F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7FB7B39C-5A22-7700-1EAC-DA219CED9E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9A04E9-7A66-8C4B-8454-F4A2D18C006C}" type="datetimeFigureOut">
              <a:rPr kumimoji="1" lang="ja-JP" altLang="en-US" smtClean="0"/>
              <a:t>2026/10/3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1DE664E3-9E5F-8530-8F00-7638BE73AF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20901C4-8D66-D3D4-48D7-AC3D8FE996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FAC73D-7531-124E-9271-C1102E8350A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250830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D43F5EF-499F-C516-F650-C1673EB342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3DD462E-C83F-54A3-2291-F406688180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80870247-17C0-DA8E-8BB4-5E31E2CE483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3EDB6750-1E88-F87C-9FAF-DA4501DF66C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CC7C212C-B7FE-7B3F-71DA-1208E7F4C23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756AAD05-E258-9E9F-7EB8-A7DD9CB7E5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9A04E9-7A66-8C4B-8454-F4A2D18C006C}" type="datetimeFigureOut">
              <a:rPr kumimoji="1" lang="ja-JP" altLang="en-US" smtClean="0"/>
              <a:t>2026/10/3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8EB587D6-4E2F-E2A8-123F-F5341C0C7C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A0B142ED-D84C-7E4D-8585-9F4DA9AFB4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FAC73D-7531-124E-9271-C1102E8350A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42873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FFF54A0-D740-80FA-58B7-801A7F6A98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D10AFB4B-3708-AD8A-C06E-3B388703BB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9A04E9-7A66-8C4B-8454-F4A2D18C006C}" type="datetimeFigureOut">
              <a:rPr kumimoji="1" lang="ja-JP" altLang="en-US" smtClean="0"/>
              <a:t>2026/10/3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56C0CBF7-08C7-AA35-24E8-616FCCEFF7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7A69051F-7931-4C74-5A01-FED77E4918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FAC73D-7531-124E-9271-C1102E8350A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229929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590C4957-EDAC-3A59-A768-8929F5C059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9A04E9-7A66-8C4B-8454-F4A2D18C006C}" type="datetimeFigureOut">
              <a:rPr kumimoji="1" lang="ja-JP" altLang="en-US" smtClean="0"/>
              <a:t>2026/10/3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628BF81-8039-C900-82CB-EC93A56F34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674288A-3FB4-529E-C53A-1E4BA457CA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FAC73D-7531-124E-9271-C1102E8350A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576993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62016FC-FAE4-5BB0-F020-B628DB9064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BFCC925-22FA-032C-7D51-2E7DB38D7D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88022CD-032E-1884-E85D-89A264C1F9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4A8F8EA-B986-802D-88A7-0458D661A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9A04E9-7A66-8C4B-8454-F4A2D18C006C}" type="datetimeFigureOut">
              <a:rPr kumimoji="1" lang="ja-JP" altLang="en-US" smtClean="0"/>
              <a:t>2026/10/3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FAAD96B8-6DDF-4676-4597-E79991CC6D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2C4E93D8-9B00-843B-18DC-616A40C3AE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FAC73D-7531-124E-9271-C1102E8350A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675661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B65468D-2FE7-2D5A-A090-285B3709FA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E23018F4-293A-B3EA-4FCB-C6EBB3E4D04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95C70EA5-F59C-1502-5CC0-F1CBB571F0D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1654241-8FCC-DA12-2724-AAB741D7D7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9A04E9-7A66-8C4B-8454-F4A2D18C006C}" type="datetimeFigureOut">
              <a:rPr kumimoji="1" lang="ja-JP" altLang="en-US" smtClean="0"/>
              <a:t>2026/10/3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2B81BB91-D5C7-4187-41D2-445D19B1E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5BEDD4A-413D-BB1D-AA9E-87CFBBC6F2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FAC73D-7531-124E-9271-C1102E8350A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926749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9476737-060C-83FA-86D8-81F33FE8FF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9C27C06-85BC-5008-2931-C6B5DFEE54F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8C668DD-4DAC-E522-EAF0-86F17DA31F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9A04E9-7A66-8C4B-8454-F4A2D18C006C}" type="datetimeFigureOut">
              <a:rPr kumimoji="1" lang="ja-JP" altLang="en-US" smtClean="0"/>
              <a:t>2026/10/3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B5EE159-A0FF-AF90-5AD6-B5ABD868EC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3E9D888-1F56-8E64-63BC-FE13A65A07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FAC73D-7531-124E-9271-C1102E8350A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779042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9126D450-94B0-A64A-3F91-3FE6907552B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96A145AB-BACA-1C0D-FC26-E41210C66FF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583BC5F-130D-25EC-ADBC-9EE3E50910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9A04E9-7A66-8C4B-8454-F4A2D18C006C}" type="datetimeFigureOut">
              <a:rPr kumimoji="1" lang="ja-JP" altLang="en-US" smtClean="0"/>
              <a:t>2026/10/3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ABA6CC7-52A9-5E6F-8340-40F2E2E24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761A154-89B8-8D4B-8DEC-69AAD9B3CE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FAC73D-7531-124E-9271-C1102E8350A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929109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54B104B7-8F87-FA68-F111-A29B67A08D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1B09AD0-7452-9468-8587-0C8654972C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C81D905-257F-84B3-3EBF-07FF323176D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B9A04E9-7A66-8C4B-8454-F4A2D18C006C}" type="datetimeFigureOut">
              <a:rPr kumimoji="1" lang="ja-JP" altLang="en-US" smtClean="0"/>
              <a:t>2026/10/3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C3F550B-36C2-C289-F97B-DCF86F597AD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A1F05F-E1A1-80A1-9355-56A43C5514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AFAC73D-7531-124E-9271-C1102E8350A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694485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igure 1 artwork (manuscript image, text removed by covers)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cover: pictogram (person)"/>
          <p:cNvSpPr/>
          <p:nvPr/>
        </p:nvSpPr>
        <p:spPr>
          <a:xfrm>
            <a:off x="182880" y="4693920"/>
            <a:ext cx="1036320" cy="97536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cover: pictogram (money)"/>
          <p:cNvSpPr/>
          <p:nvPr/>
        </p:nvSpPr>
        <p:spPr>
          <a:xfrm>
            <a:off x="3187294" y="5086350"/>
            <a:ext cx="822960" cy="766445"/>
          </a:xfrm>
          <a:prstGeom prst="rect">
            <a:avLst/>
          </a:prstGeom>
          <a:solidFill>
            <a:srgbClr val="E5E5E5"/>
          </a:solidFill>
          <a:ln>
            <a:solidFill>
              <a:srgbClr val="E5E5E5"/>
            </a:solidFill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2" name="cover: A_title"/>
          <p:cNvSpPr/>
          <p:nvPr/>
        </p:nvSpPr>
        <p:spPr>
          <a:xfrm>
            <a:off x="259080" y="338328"/>
            <a:ext cx="3517392" cy="33528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text: A_title"/>
          <p:cNvSpPr txBox="1"/>
          <p:nvPr/>
        </p:nvSpPr>
        <p:spPr>
          <a:xfrm>
            <a:off x="259080" y="224027"/>
            <a:ext cx="4881250" cy="3352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lang="en-US" sz="2000" b="1" i="0" dirty="0">
                <a:solidFill>
                  <a:srgbClr val="000000"/>
                </a:solidFill>
                <a:latin typeface="Arial"/>
                <a:cs typeface="Arial"/>
              </a:rPr>
              <a:t>(A) Fixed, pre-defined sampling</a:t>
            </a:r>
          </a:p>
        </p:txBody>
      </p:sp>
      <p:sp>
        <p:nvSpPr>
          <p:cNvPr id="20" name="cover: A_blind"/>
          <p:cNvSpPr/>
          <p:nvPr/>
        </p:nvSpPr>
        <p:spPr>
          <a:xfrm>
            <a:off x="890016" y="5733288"/>
            <a:ext cx="2490216" cy="37490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2" name="cover: A_desc"/>
          <p:cNvSpPr/>
          <p:nvPr/>
        </p:nvSpPr>
        <p:spPr>
          <a:xfrm>
            <a:off x="594360" y="5945759"/>
            <a:ext cx="3060192" cy="525145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3" name="text: A_desc"/>
          <p:cNvSpPr txBox="1"/>
          <p:nvPr/>
        </p:nvSpPr>
        <p:spPr>
          <a:xfrm>
            <a:off x="488441" y="6035040"/>
            <a:ext cx="3332988" cy="4450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lang="en-US" sz="1400" b="0" i="0" dirty="0">
                <a:solidFill>
                  <a:srgbClr val="000000"/>
                </a:solidFill>
                <a:latin typeface="Arial"/>
                <a:cs typeface="Arial"/>
              </a:rPr>
              <a:t>Information gained during the survey</a:t>
            </a:r>
          </a:p>
          <a:p>
            <a:pPr algn="ctr">
              <a:lnSpc>
                <a:spcPct val="105000"/>
              </a:lnSpc>
            </a:pPr>
            <a:r>
              <a:rPr lang="en-US" sz="1400" b="0" i="0" dirty="0">
                <a:solidFill>
                  <a:srgbClr val="000000"/>
                </a:solidFill>
                <a:latin typeface="Arial"/>
                <a:cs typeface="Arial"/>
              </a:rPr>
              <a:t>is not used to choose further sites</a:t>
            </a:r>
          </a:p>
        </p:txBody>
      </p:sp>
      <p:sp>
        <p:nvSpPr>
          <p:cNvPr id="24" name="cover: B_title"/>
          <p:cNvSpPr/>
          <p:nvPr/>
        </p:nvSpPr>
        <p:spPr>
          <a:xfrm>
            <a:off x="4419600" y="332232"/>
            <a:ext cx="7333488" cy="335280"/>
          </a:xfrm>
          <a:prstGeom prst="rect">
            <a:avLst/>
          </a:prstGeom>
          <a:solidFill>
            <a:srgbClr val="D8E6F5"/>
          </a:solidFill>
          <a:ln>
            <a:noFill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5" name="text: B_title"/>
          <p:cNvSpPr txBox="1"/>
          <p:nvPr/>
        </p:nvSpPr>
        <p:spPr>
          <a:xfrm>
            <a:off x="4419600" y="206977"/>
            <a:ext cx="7949794" cy="3571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lang="en-US" sz="2000" b="1" i="0" dirty="0">
                <a:solidFill>
                  <a:srgbClr val="000000"/>
                </a:solidFill>
                <a:latin typeface="Arial"/>
                <a:cs typeface="Arial"/>
              </a:rPr>
              <a:t>(B) Bayesian Adaptive Sampling (BAS) Framework</a:t>
            </a:r>
          </a:p>
        </p:txBody>
      </p:sp>
      <p:sp>
        <p:nvSpPr>
          <p:cNvPr id="28" name="cover: B_few"/>
          <p:cNvSpPr/>
          <p:nvPr/>
        </p:nvSpPr>
        <p:spPr>
          <a:xfrm>
            <a:off x="4843272" y="1147477"/>
            <a:ext cx="1563624" cy="213360"/>
          </a:xfrm>
          <a:prstGeom prst="rect">
            <a:avLst/>
          </a:prstGeom>
          <a:solidFill>
            <a:srgbClr val="E2EBF8"/>
          </a:solidFill>
          <a:ln>
            <a:noFill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9" name="text: B_few"/>
          <p:cNvSpPr txBox="1"/>
          <p:nvPr/>
        </p:nvSpPr>
        <p:spPr>
          <a:xfrm>
            <a:off x="4653534" y="1118616"/>
            <a:ext cx="1971675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lang="en-US" sz="1400" b="0" i="0" dirty="0">
                <a:solidFill>
                  <a:srgbClr val="000000"/>
                </a:solidFill>
                <a:latin typeface="Arial"/>
                <a:cs typeface="Arial"/>
              </a:rPr>
              <a:t>Few points &amp; covariates</a:t>
            </a:r>
          </a:p>
        </p:txBody>
      </p:sp>
      <p:sp>
        <p:nvSpPr>
          <p:cNvPr id="21" name="text: A_blind"/>
          <p:cNvSpPr txBox="1"/>
          <p:nvPr/>
        </p:nvSpPr>
        <p:spPr>
          <a:xfrm>
            <a:off x="357835" y="5587746"/>
            <a:ext cx="3533242" cy="3749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lang="en-US" sz="2000" b="1" i="0" dirty="0">
                <a:solidFill>
                  <a:srgbClr val="000000"/>
                </a:solidFill>
                <a:latin typeface="Arial"/>
                <a:cs typeface="Arial"/>
              </a:rPr>
              <a:t>Representative coverage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6714</TotalTime>
  <Words>35</Words>
  <Application>Microsoft Office PowerPoint</Application>
  <PresentationFormat>ワイド画面</PresentationFormat>
  <Paragraphs>6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5" baseType="lpstr">
      <vt:lpstr>游ゴシック</vt:lpstr>
      <vt:lpstr>游ゴシック Light</vt:lpstr>
      <vt:lpstr>Arial</vt:lpstr>
      <vt:lpstr>Office テーマ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SHIGYO Nobuhiko(執行　宣彦)</dc:creator>
  <cp:lastModifiedBy>Nobuhiko Shigyo</cp:lastModifiedBy>
  <cp:revision>9</cp:revision>
  <dcterms:created xsi:type="dcterms:W3CDTF">2025-12-04T03:56:34Z</dcterms:created>
  <dcterms:modified xsi:type="dcterms:W3CDTF">2026-10-03T14:06:54Z</dcterms:modified>
</cp:coreProperties>
</file>