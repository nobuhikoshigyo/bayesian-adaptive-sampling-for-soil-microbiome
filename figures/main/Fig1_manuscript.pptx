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EF9"/>
    <a:srgbClr val="FF6600"/>
    <a:srgbClr val="B8D6A4"/>
    <a:srgbClr val="EA7132"/>
    <a:srgbClr val="E8E8E8"/>
    <a:srgbClr val="C8E2F1"/>
    <a:srgbClr val="C5DE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898"/>
    <p:restoredTop sz="94618"/>
  </p:normalViewPr>
  <p:slideViewPr>
    <p:cSldViewPr snapToGrid="0" showGuides="1">
      <p:cViewPr varScale="1">
        <p:scale>
          <a:sx n="91" d="100"/>
          <a:sy n="91" d="100"/>
        </p:scale>
        <p:origin x="216" y="1464"/>
      </p:cViewPr>
      <p:guideLst>
        <p:guide orient="horz" pos="2183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0C1644-9EAB-6842-ACE8-722D02F6BB62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470293-47D4-3C49-B49F-9E79EE8DA0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6521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CB7A6A-17F7-4F6E-246A-67FE67F54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704E63C-ABF8-0324-5383-0E1B64C46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313137-BC99-807E-0B9D-5D50DAE8F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D5C172-7520-5A19-6878-05A75A371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4BF779-2453-0191-F391-6FA28A376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8075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862037-A74D-EACE-D92F-2B5C98D87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A6A552-5DF8-ABD8-CC17-84E7B3577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643A14-5E5F-1232-9345-30F6A56A2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588BEC-5803-EF6C-BAA2-05F06D18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817F2F-57A7-7BED-1389-287DCA116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5447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2901E6-67B9-51C6-2651-898C8EE54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8C6F26-DE0E-D141-A789-FF9186754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2C2C69-B255-EBEA-F5A4-92939227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97609B-0915-AB31-84AF-AD19D47E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8BFF6A-1E23-685C-2D82-BDAE2F7C2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2424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617EA9-90FD-C168-EF00-92A523919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5DB1C7-FC4E-7D38-35A9-927DBA628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CD2ED82-5F6D-064D-D1F2-36B34BD2D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FB7B39C-5A22-7700-1EAC-DA219CED9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E664E3-9E5F-8530-8F00-7638BE73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0901C4-8D66-D3D4-48D7-AC3D8FE99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5083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43F5EF-499F-C516-F650-C1673EB34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DD462E-C83F-54A3-2291-F40668818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0870247-17C0-DA8E-8BB4-5E31E2CE4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EDB6750-1E88-F87C-9FAF-DA4501DF66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C7C212C-B7FE-7B3F-71DA-1208E7F4C2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56AAD05-E258-9E9F-7EB8-A7DD9CB7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EB587D6-4E2F-E2A8-123F-F5341C0C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0B142ED-D84C-7E4D-8585-9F4DA9AFB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287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FF54A0-D740-80FA-58B7-801A7F6A9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10AFB4B-3708-AD8A-C06E-3B388703B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6C0CBF7-08C7-AA35-24E8-616FCCEFF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A69051F-7931-4C74-5A01-FED77E491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2992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90C4957-EDAC-3A59-A768-8929F5C05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628BF81-8039-C900-82CB-EC93A56F3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674288A-3FB4-529E-C53A-1E4BA457C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699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2016FC-FAE4-5BB0-F020-B628DB906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FCC925-22FA-032C-7D51-2E7DB38D7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88022CD-032E-1884-E85D-89A264C1F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4A8F8EA-B986-802D-88A7-0458D661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AAD96B8-6DDF-4676-4597-E79991CC6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C4E93D8-9B00-843B-18DC-616A40C3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7566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65468D-2FE7-2D5A-A090-285B3709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23018F4-293A-B3EA-4FCB-C6EBB3E4D0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C70EA5-F59C-1502-5CC0-F1CBB571F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654241-8FCC-DA12-2724-AAB741D7D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81BB91-D5C7-4187-41D2-445D19B1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5BEDD4A-413D-BB1D-AA9E-87CFBBC6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2674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476737-060C-83FA-86D8-81F33FE8F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C27C06-85BC-5008-2931-C6B5DFEE54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C668DD-4DAC-E522-EAF0-86F17DA31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5EE159-A0FF-AF90-5AD6-B5ABD868E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E9D888-1F56-8E64-63BC-FE13A65A0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7904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126D450-94B0-A64A-3F91-3FE6907552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6A145AB-BACA-1C0D-FC26-E41210C66F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83BC5F-130D-25EC-ADBC-9EE3E5091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BA6CC7-52A9-5E6F-8340-40F2E2E24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61A154-89B8-8D4B-8DEC-69AAD9B3C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291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4B104B7-8F87-FA68-F111-A29B67A0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B09AD0-7452-9468-8587-0C8654972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81D905-257F-84B3-3EBF-07FF323176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3F550B-36C2-C289-F97B-DCF86F597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A1F05F-E1A1-80A1-9355-56A43C551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9448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igure 1 (manuscript image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6698</TotalTime>
  <Words>62</Words>
  <Application>Microsoft Macintosh PowerPoint</Application>
  <PresentationFormat>ワイド画面</PresentationFormat>
  <Paragraphs>14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SHIGYO Nobuhiko(執行　宣彦)</dc:creator>
  <cp:lastModifiedBy>執行 宣彦</cp:lastModifiedBy>
  <cp:revision>8</cp:revision>
  <dcterms:created xsi:type="dcterms:W3CDTF">2025-12-04T03:56:34Z</dcterms:created>
  <dcterms:modified xsi:type="dcterms:W3CDTF">2026-04-22T01:28:03Z</dcterms:modified>
</cp:coreProperties>
</file>